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8" r:id="rId6"/>
    <p:sldId id="282" r:id="rId7"/>
    <p:sldId id="283" r:id="rId8"/>
    <p:sldId id="284" r:id="rId9"/>
    <p:sldId id="285" r:id="rId10"/>
    <p:sldId id="290" r:id="rId11"/>
    <p:sldId id="287" r:id="rId12"/>
    <p:sldId id="288" r:id="rId13"/>
    <p:sldId id="289" r:id="rId14"/>
    <p:sldId id="286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279" r:id="rId25"/>
  </p:sldIdLst>
  <p:sldSz cx="12192000" cy="6858000"/>
  <p:notesSz cx="6858000" cy="9144000"/>
  <p:defaultTextStyle>
    <a:defPPr algn="r" rtl="1"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2838BEF-8BB2-4498-84A7-C5851F593DF1}">
  <a:tblStyle styleId="{793D81CF-94F2-401A-BA57-92F5A7B2D0C5}" styleName="النمط المتوسط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بلا نمط، شبكة جدول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نمط متوسط 4 - تميي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6" autoAdjust="0"/>
    <p:restoredTop sz="94635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outlineViewPr>
    <p:cViewPr>
      <p:scale>
        <a:sx n="33" d="100"/>
        <a:sy n="33" d="100"/>
      </p:scale>
      <p:origin x="0" y="-119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07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r"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810EC2B0-BB83-4343-A63A-F88639692FEF}" type="uaqdatetime1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01/12/1447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r"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682C0B10-7CAE-41E4-AB02-7E8B1FF2B898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‹#›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ar-SA" dirty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fld id="{0B29CC04-0FF6-452A-BE3F-2E065199AD47}" type="uaqdatetime1">
              <a:rPr lang="ar-SA" smtClean="0"/>
              <a:pPr algn="l"/>
              <a:t>01/12/1447</a:t>
            </a:fld>
            <a:endParaRPr lang="ar-SA" dirty="0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ar-SA" noProof="0" dirty="0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 flipH="1"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ar-SA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2818732-FA64-4F57-8EE6-57AA70E1F1E0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5363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02818732-FA64-4F57-8EE6-57AA70E1F1E0}" type="slidenum">
              <a:rPr lang="ar-SA" smtClean="0"/>
              <a:t>1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33147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02818732-FA64-4F57-8EE6-57AA70E1F1E0}" type="slidenum">
              <a:rPr lang="ar-SA" smtClean="0"/>
              <a:t>2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62206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4FF6-F310-3CCF-4D77-96B1D418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B98B4D94-05A7-66D2-40B4-1C16FE90E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C3AA3DF2-0F2F-87C1-BB1F-C81E31383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C372D4B-8DA1-741E-2429-13A4B63AC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910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A0C21-910C-D8AC-BCA2-96A2E4CF1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53695D8A-D2A6-EB0C-36F9-37DAEC31B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0165671-C4A4-1449-97B2-1C3D3B863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47B627C-D5A2-BF51-ED12-A6306D0AB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597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A0C23-C3A5-8CA0-0320-39073A466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E8BE776F-3675-A1B3-D702-152524A3E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6CB7A3C6-47B7-A9C2-2283-F838435EF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A5A37B9-5605-53EC-E998-76C4BF05F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871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D1C8-EBC7-21C8-19D0-319AD062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2E08BDC4-94B0-CDD6-D191-33E862639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03847BF-780E-2F23-8312-2404EB1E0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0D76FD0-956B-485B-69E8-B2DC7E183E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673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9544-35BA-4D41-A254-A7BFF522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13AAA41F-88E5-DA1E-F0F4-C7D9DE52C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414D7A1A-4A52-FEDB-CFF6-377912A10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B381DC5-399A-5951-BAE2-0FC28EE628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02818732-FA64-4F57-8EE6-57AA70E1F1E0}" type="slidenum">
              <a:rPr lang="ar-SA" smtClean="0"/>
              <a:t>7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999463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F637-B3B6-6A58-2804-BC6CE227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788173FA-77A1-AD81-15EA-0A7AB04F8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386E016-D627-6B9C-F535-E7C3382F5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838BD12-E6C3-12BB-4788-ECAD5F3D3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398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4E42-02D3-D13B-9D65-09BB4980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B3B518A7-030C-1C25-FA77-DA8B920B3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336F0602-3022-9152-3DBF-A86C649EE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3CBFB355-CA88-A174-201A-E1632D846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167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2BB7-BDE9-6BEA-AFCB-C3A103E1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B4BE453C-9267-B24F-BB9F-F978C275F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9AC6E54-2071-D24D-00C8-262F48D94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55573ED-9BB4-B962-9027-D631A2187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682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2BFD5-1A21-7B2B-2929-1F9F6D43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4D116FC5-34AF-7EB6-1608-AF0931B60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671DAEE7-0735-7F13-CC7F-28DCBD565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746FC78-D2F1-D281-8246-231648D70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02818732-FA64-4F57-8EE6-57AA70E1F1E0}" type="slidenum">
              <a:rPr lang="ar-SA" smtClean="0"/>
              <a:t>11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926333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5839-8A8A-7644-E209-ECB8BCBEA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6D09E29-FCCA-F30D-D8C1-5DEFCC735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D4E8C178-DEFF-A801-639D-4E61CE089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0B26C1A-E313-3183-8D4A-D9A16160B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931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C25D-6990-1596-6FEB-1A393F1A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E9DBF84C-CCE8-03C1-2BAD-FF3602AE1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ED7B796-CD84-591E-6229-29D2C61C4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59250EA-FB20-BBF1-6006-782DA61AA5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146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7B356-587E-5035-0F1E-04E48DC6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B1542D56-1FC3-2A02-E561-FB3C9F03D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67B777A-52CD-A713-A2E6-D44C95F5C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E4A403D-5DE0-2528-0049-E9A0A19FA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381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A8E40-ECDC-E3F6-1C8D-D03A30FF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5C8723FF-A3AB-2D2C-E6E2-1302CCA7B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FE1B3474-6DFC-167F-26A7-5EFCD6D6B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037E922-977C-652D-4799-7F8DA6736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067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5036-C523-7732-80FF-B06CAA13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DEA6861B-C513-EB2D-B8C2-8FE60DE7E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644391F4-E08F-D812-CBB0-BD774509E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9EC76FC-EAF9-0FAF-AEB0-2892469907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958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B5885-9CC7-7426-5947-510DE45D0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9AF016C-CCE0-F092-4CD2-A87F7EA39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3803561-938E-7107-FD4E-5B78C631D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7C90386-5510-756F-5095-642C7555A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576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D493-304D-C7A0-988C-BB4F6AF5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80720AC1-4DB3-CF71-4EB7-739568FD1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1B20EDDB-2F1E-E47A-649E-F3437BE46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7164A16-D631-E085-48A6-CE8078D0FA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831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E083-3F48-2460-47C5-4B83EBC5D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25453687-0499-50F4-6AB2-B2F261974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9AEE9708-52BB-996E-5269-17485E589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55C19CD-10AB-424D-B222-30E1073A18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650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6679-4406-0816-3BF4-49E808D7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8D34C9E1-0D12-6F60-5B86-1B1AE1802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2D0A193-2907-A8F5-EA5F-A4E34D379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A230698-C951-000C-125C-39992AE9A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18732-FA64-4F57-8EE6-57AA70E1F1E0}" type="slidenum">
              <a:rPr kumimoji="0" lang="ar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ar-S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386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02818732-FA64-4F57-8EE6-57AA70E1F1E0}" type="slidenum">
              <a:rPr lang="ar-SA" smtClean="0"/>
              <a:t>21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27005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شريحة العنوان مع صورة كبير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لصورة 10">
            <a:extLst>
              <a:ext uri="{FF2B5EF4-FFF2-40B4-BE49-F238E27FC236}">
                <a16:creationId xmlns:a16="http://schemas.microsoft.com/office/drawing/2014/main" id="{171E5E3D-6A1C-49BA-9E11-FC053AD81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784058"/>
          </a:xfrm>
          <a:solidFill>
            <a:schemeClr val="bg1">
              <a:lumMod val="95000"/>
            </a:schemeClr>
          </a:solidFill>
        </p:spPr>
        <p:txBody>
          <a:bodyPr tIns="1116000" rIns="0" rtlCol="1" anchor="t"/>
          <a:lstStyle>
            <a:lvl1pPr marL="0" indent="0" algn="ct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قم بإدراج صورتك أو سحبها وإفلاتها</a:t>
            </a: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flipH="1">
            <a:off x="7188000" y="3163899"/>
            <a:ext cx="4860000" cy="1800000"/>
          </a:xfrm>
          <a:solidFill>
            <a:schemeClr val="bg1"/>
          </a:solidFill>
          <a:ln>
            <a:noFill/>
          </a:ln>
        </p:spPr>
        <p:txBody>
          <a:bodyPr lIns="180000" tIns="72000" rIns="180000" bIns="72000" rtlCol="1" anchor="ctr"/>
          <a:lstStyle>
            <a:lvl1pPr algn="r" rtl="1">
              <a:defRPr sz="50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عنوان الغلاف 1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7188000" y="5119698"/>
            <a:ext cx="4860000" cy="836602"/>
          </a:xfrm>
          <a:solidFill>
            <a:schemeClr val="bg1"/>
          </a:solidFill>
        </p:spPr>
        <p:txBody>
          <a:bodyPr lIns="180000" tIns="72000" rIns="180000" bIns="72000" rtlCol="1" anchor="ctr"/>
          <a:lstStyle>
            <a:lvl1pPr marL="0" indent="0" algn="r" rtl="1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pPr rtl="1"/>
            <a:r>
              <a:rPr lang="ar-SA" noProof="0" dirty="0"/>
              <a:t>انقر لتحرير نمط العنوان الثانوي الرئيسي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3114E411-DCD8-47C4-8385-C03FBB18B180}"/>
              </a:ext>
            </a:extLst>
          </p:cNvPr>
          <p:cNvSpPr/>
          <p:nvPr userDrawn="1"/>
        </p:nvSpPr>
        <p:spPr>
          <a:xfrm flipH="1">
            <a:off x="0" y="6780458"/>
            <a:ext cx="12192000" cy="7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D5BF3746-E60B-4321-998E-07F04440CEAC}"/>
              </a:ext>
            </a:extLst>
          </p:cNvPr>
          <p:cNvSpPr/>
          <p:nvPr userDrawn="1"/>
        </p:nvSpPr>
        <p:spPr>
          <a:xfrm flipH="1">
            <a:off x="-12000" y="6780458"/>
            <a:ext cx="12204000" cy="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شريحة العنوان مع نصف صور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عنصر نائب للصورة 10">
            <a:extLst>
              <a:ext uri="{FF2B5EF4-FFF2-40B4-BE49-F238E27FC236}">
                <a16:creationId xmlns:a16="http://schemas.microsoft.com/office/drawing/2014/main" id="{6F821722-FE34-4DE9-9836-565D865C15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778800"/>
          </a:xfrm>
          <a:solidFill>
            <a:schemeClr val="bg1">
              <a:lumMod val="95000"/>
            </a:schemeClr>
          </a:solidFill>
        </p:spPr>
        <p:txBody>
          <a:bodyPr lIns="540000" tIns="0" rIns="0" rtlCol="1" anchor="ctr"/>
          <a:lstStyle>
            <a:lvl1pPr marL="0" indent="0" algn="l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قم بإدراج صورتك أو سحبها وإفلاتها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9BD909C6-0E9A-451D-91FD-B891A0C803D7}"/>
              </a:ext>
            </a:extLst>
          </p:cNvPr>
          <p:cNvSpPr/>
          <p:nvPr userDrawn="1"/>
        </p:nvSpPr>
        <p:spPr>
          <a:xfrm flipH="1">
            <a:off x="0" y="6780458"/>
            <a:ext cx="12192000" cy="7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41A9BD7F-717A-4177-BAD1-D798AE60FFD0}"/>
              </a:ext>
            </a:extLst>
          </p:cNvPr>
          <p:cNvSpPr/>
          <p:nvPr userDrawn="1"/>
        </p:nvSpPr>
        <p:spPr>
          <a:xfrm flipH="1">
            <a:off x="-12000" y="6780458"/>
            <a:ext cx="12204000" cy="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flipH="1">
            <a:off x="7188000" y="144000"/>
            <a:ext cx="4860000" cy="6480000"/>
          </a:xfrm>
          <a:solidFill>
            <a:schemeClr val="bg1"/>
          </a:solidFill>
          <a:ln>
            <a:noFill/>
          </a:ln>
        </p:spPr>
        <p:txBody>
          <a:bodyPr lIns="288000" tIns="72000" rIns="432000" bIns="1404000" rtlCol="1" anchor="b"/>
          <a:lstStyle>
            <a:lvl1pPr algn="r" rtl="1">
              <a:defRPr sz="50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عنوان الغلاف 2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7651606" y="5578496"/>
            <a:ext cx="3932788" cy="750814"/>
          </a:xfrm>
          <a:noFill/>
        </p:spPr>
        <p:txBody>
          <a:bodyPr lIns="0" tIns="0" rIns="0" bIns="0" rtlCol="1" anchor="t"/>
          <a:lstStyle>
            <a:lvl1pPr marL="0" indent="0" algn="r" rtl="1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pPr rtl="1"/>
            <a:r>
              <a:rPr lang="ar-SA" noProof="0" dirty="0"/>
              <a:t>انقر لتحرير نمط العنوان الثانوي الرئيسي</a:t>
            </a:r>
          </a:p>
        </p:txBody>
      </p:sp>
      <p:sp>
        <p:nvSpPr>
          <p:cNvPr id="6" name="عنصر نائب للصورة 5">
            <a:extLst>
              <a:ext uri="{FF2B5EF4-FFF2-40B4-BE49-F238E27FC236}">
                <a16:creationId xmlns:a16="http://schemas.microsoft.com/office/drawing/2014/main" id="{63EB74F7-DC44-48B1-8EF5-BD557540B4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flipH="1">
            <a:off x="7651606" y="764518"/>
            <a:ext cx="3932788" cy="2448000"/>
          </a:xfrm>
          <a:solidFill>
            <a:schemeClr val="bg1">
              <a:lumMod val="95000"/>
            </a:schemeClr>
          </a:solidFill>
        </p:spPr>
        <p:txBody>
          <a:bodyPr rtlCol="1" anchor="ctr"/>
          <a:lstStyle>
            <a:lvl1pPr marL="0" indent="0" algn="ct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فوق الأيقونة لإضافة صورة</a:t>
            </a:r>
          </a:p>
        </p:txBody>
      </p:sp>
    </p:spTree>
    <p:extLst>
      <p:ext uri="{BB962C8B-B14F-4D97-AF65-F5344CB8AC3E}">
        <p14:creationId xmlns:p14="http://schemas.microsoft.com/office/powerpoint/2010/main" val="145444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رأس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لصورة 10">
            <a:extLst>
              <a:ext uri="{FF2B5EF4-FFF2-40B4-BE49-F238E27FC236}">
                <a16:creationId xmlns:a16="http://schemas.microsoft.com/office/drawing/2014/main" id="{171E5E3D-6A1C-49BA-9E11-FC053AD81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013450"/>
          </a:xfrm>
          <a:solidFill>
            <a:schemeClr val="bg1">
              <a:lumMod val="95000"/>
            </a:schemeClr>
          </a:solidFill>
        </p:spPr>
        <p:txBody>
          <a:bodyPr lIns="36000" tIns="0" rIns="576000" bIns="0" rtlCol="1" anchor="ctr"/>
          <a:lstStyle>
            <a:lvl1pPr marL="0" indent="0" algn="r" rtl="1">
              <a:buNone/>
              <a:defRPr/>
            </a:lvl1pPr>
          </a:lstStyle>
          <a:p>
            <a:pPr rtl="1"/>
            <a:r>
              <a:rPr lang="ar-SA" noProof="0" dirty="0"/>
              <a:t>قم بإدراج صورتك أو سحبها وإفلاتها</a:t>
            </a: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flipH="1">
            <a:off x="142800" y="163897"/>
            <a:ext cx="4860000" cy="5724000"/>
          </a:xfrm>
          <a:solidFill>
            <a:schemeClr val="bg1"/>
          </a:solidFill>
          <a:ln>
            <a:noFill/>
          </a:ln>
        </p:spPr>
        <p:txBody>
          <a:bodyPr lIns="288000" tIns="72000" rIns="432000" bIns="1404000" rtlCol="1" anchor="b"/>
          <a:lstStyle>
            <a:lvl1pPr algn="r" rtl="1">
              <a:defRPr sz="5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1"/>
            <a:r>
              <a:rPr lang="ar-SA" noProof="0" dirty="0"/>
              <a:t>عنوان شريحة الفاصل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606406" y="4837186"/>
            <a:ext cx="3932788" cy="750814"/>
          </a:xfrm>
          <a:noFill/>
        </p:spPr>
        <p:txBody>
          <a:bodyPr lIns="0" tIns="0" rIns="0" bIns="0" rtlCol="1" anchor="t"/>
          <a:lstStyle>
            <a:lvl1pPr marL="0" indent="0" algn="r" rtl="1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pPr rtl="1"/>
            <a:r>
              <a:rPr lang="ar-SA" noProof="0" dirty="0"/>
              <a:t>انقر لتحرير نمط العنوان الثانوي الرئيسي</a:t>
            </a: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AE6A6BE3-DFA9-4797-868F-D23E7118FA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9" name="عنصر نائب للتذييل 8">
            <a:extLst>
              <a:ext uri="{FF2B5EF4-FFF2-40B4-BE49-F238E27FC236}">
                <a16:creationId xmlns:a16="http://schemas.microsoft.com/office/drawing/2014/main" id="{827C91B9-2B28-435F-8A65-9FB91CE2F7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8" name="عنصر نائب للصورة 5">
            <a:extLst>
              <a:ext uri="{FF2B5EF4-FFF2-40B4-BE49-F238E27FC236}">
                <a16:creationId xmlns:a16="http://schemas.microsoft.com/office/drawing/2014/main" id="{22A84B62-AFF6-45B7-8ACB-FE91AB69BF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flipH="1">
            <a:off x="606406" y="764519"/>
            <a:ext cx="3932788" cy="1872000"/>
          </a:xfrm>
          <a:solidFill>
            <a:schemeClr val="bg1">
              <a:lumMod val="95000"/>
            </a:schemeClr>
          </a:solidFill>
        </p:spPr>
        <p:txBody>
          <a:bodyPr rtlCol="1" anchor="ctr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-SA" noProof="0" dirty="0"/>
              <a:t>انقر فوق الأيقونة لإضافة صورة</a:t>
            </a:r>
          </a:p>
        </p:txBody>
      </p:sp>
    </p:spTree>
    <p:extLst>
      <p:ext uri="{BB962C8B-B14F-4D97-AF65-F5344CB8AC3E}">
        <p14:creationId xmlns:p14="http://schemas.microsoft.com/office/powerpoint/2010/main" val="3648962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الصورة والمحتوى والن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4A54DF6A-4172-4D5F-A3ED-02BB36DE79DA}"/>
              </a:ext>
            </a:extLst>
          </p:cNvPr>
          <p:cNvSpPr/>
          <p:nvPr userDrawn="1"/>
        </p:nvSpPr>
        <p:spPr>
          <a:xfrm flipH="1">
            <a:off x="0" y="0"/>
            <a:ext cx="12192000" cy="6013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flipH="1">
            <a:off x="142800" y="163897"/>
            <a:ext cx="4860000" cy="5724000"/>
          </a:xfrm>
          <a:solidFill>
            <a:schemeClr val="bg1"/>
          </a:solidFill>
          <a:ln>
            <a:noFill/>
          </a:ln>
        </p:spPr>
        <p:txBody>
          <a:bodyPr lIns="288000" tIns="72000" rIns="432000" bIns="1404000" rtlCol="1" anchor="b"/>
          <a:lstStyle>
            <a:lvl1pPr algn="r" rtl="1">
              <a:defRPr sz="50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العنوان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606406" y="4837186"/>
            <a:ext cx="3932788" cy="750814"/>
          </a:xfrm>
          <a:noFill/>
        </p:spPr>
        <p:txBody>
          <a:bodyPr lIns="0" tIns="0" rIns="0" bIns="0" rtlCol="1" anchor="t"/>
          <a:lstStyle>
            <a:lvl1pPr marL="0" indent="0" algn="r" rtl="1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pPr rtl="1"/>
            <a:r>
              <a:rPr lang="ar-SA" noProof="0" dirty="0"/>
              <a:t>انقر لتحرير نمط العنوان الثانوي الرئيسي</a:t>
            </a: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AE6A6BE3-DFA9-4797-868F-D23E7118FA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9" name="عنصر نائب للتذييل 8">
            <a:extLst>
              <a:ext uri="{FF2B5EF4-FFF2-40B4-BE49-F238E27FC236}">
                <a16:creationId xmlns:a16="http://schemas.microsoft.com/office/drawing/2014/main" id="{827C91B9-2B28-435F-8A65-9FB91CE2F7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12" name="عنصر نائب للصورة 5">
            <a:extLst>
              <a:ext uri="{FF2B5EF4-FFF2-40B4-BE49-F238E27FC236}">
                <a16:creationId xmlns:a16="http://schemas.microsoft.com/office/drawing/2014/main" id="{3B9EDE4C-506D-4501-A8C1-766F17FB5C0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flipH="1">
            <a:off x="2667194" y="764519"/>
            <a:ext cx="1872000" cy="1872000"/>
          </a:xfrm>
          <a:solidFill>
            <a:schemeClr val="bg1">
              <a:lumMod val="95000"/>
            </a:schemeClr>
          </a:solidFill>
        </p:spPr>
        <p:txBody>
          <a:bodyPr rtlCol="1" anchor="ctr"/>
          <a:lstStyle>
            <a:lvl1pPr marL="0" indent="0" algn="ct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13" name="عنصر نائب للصورة 5">
            <a:extLst>
              <a:ext uri="{FF2B5EF4-FFF2-40B4-BE49-F238E27FC236}">
                <a16:creationId xmlns:a16="http://schemas.microsoft.com/office/drawing/2014/main" id="{2A359302-DDE8-41C2-8232-50B1223BEA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606406" y="764519"/>
            <a:ext cx="1872000" cy="1872000"/>
          </a:xfrm>
          <a:solidFill>
            <a:schemeClr val="bg1">
              <a:lumMod val="95000"/>
            </a:schemeClr>
          </a:solidFill>
        </p:spPr>
        <p:txBody>
          <a:bodyPr rtlCol="1" anchor="ctr"/>
          <a:lstStyle>
            <a:lvl1pPr marL="0" indent="0" algn="ct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16" name="عنصر نائب للنص 15">
            <a:extLst>
              <a:ext uri="{FF2B5EF4-FFF2-40B4-BE49-F238E27FC236}">
                <a16:creationId xmlns:a16="http://schemas.microsoft.com/office/drawing/2014/main" id="{B975D864-7312-481A-A5DD-E3B6C5B41B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5417200" y="3327399"/>
            <a:ext cx="6350000" cy="2560498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</p:spTree>
    <p:extLst>
      <p:ext uri="{BB962C8B-B14F-4D97-AF65-F5344CB8AC3E}">
        <p14:creationId xmlns:p14="http://schemas.microsoft.com/office/powerpoint/2010/main" val="175520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5" name="عنصر نائب للنص 8">
            <a:extLst>
              <a:ext uri="{FF2B5EF4-FFF2-40B4-BE49-F238E27FC236}">
                <a16:creationId xmlns:a16="http://schemas.microsoft.com/office/drawing/2014/main" id="{31898370-0247-41A8-AF7A-6DD67D2AED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978020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1</a:t>
            </a:r>
          </a:p>
        </p:txBody>
      </p:sp>
      <p:sp>
        <p:nvSpPr>
          <p:cNvPr id="8" name="عنصر نائب للنص 10">
            <a:extLst>
              <a:ext uri="{FF2B5EF4-FFF2-40B4-BE49-F238E27FC236}">
                <a16:creationId xmlns:a16="http://schemas.microsoft.com/office/drawing/2014/main" id="{697E4DC3-72E4-4678-9EB9-18EF75AE1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978020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9" name="عنصر نائب للنص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744015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2</a:t>
            </a:r>
          </a:p>
        </p:txBody>
      </p:sp>
      <p:sp>
        <p:nvSpPr>
          <p:cNvPr id="10" name="عنصر نائب للنص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flipH="1">
            <a:off x="744015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1" name="عنصر نائب للنص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510010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3</a:t>
            </a:r>
          </a:p>
        </p:txBody>
      </p:sp>
      <p:sp>
        <p:nvSpPr>
          <p:cNvPr id="12" name="عنصر نائب للنص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 flipH="1">
            <a:off x="510010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3" name="عنصر نائب للنص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276005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4</a:t>
            </a:r>
          </a:p>
        </p:txBody>
      </p:sp>
      <p:sp>
        <p:nvSpPr>
          <p:cNvPr id="14" name="عنصر نائب للنص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 flipH="1">
            <a:off x="276005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5" name="عنصر نائب للنص 8">
            <a:extLst>
              <a:ext uri="{FF2B5EF4-FFF2-40B4-BE49-F238E27FC236}">
                <a16:creationId xmlns:a16="http://schemas.microsoft.com/office/drawing/2014/main" id="{B95692FA-0FC8-4EBA-8C23-6F85A921DB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42000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5</a:t>
            </a:r>
          </a:p>
        </p:txBody>
      </p:sp>
      <p:sp>
        <p:nvSpPr>
          <p:cNvPr id="16" name="عنصر نائب للنص 10">
            <a:extLst>
              <a:ext uri="{FF2B5EF4-FFF2-40B4-BE49-F238E27FC236}">
                <a16:creationId xmlns:a16="http://schemas.microsoft.com/office/drawing/2014/main" id="{BFA4D6B2-D388-4538-A77C-689D93EDB6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42000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7" name="عنصر نائب للصورة 15">
            <a:extLst>
              <a:ext uri="{FF2B5EF4-FFF2-40B4-BE49-F238E27FC236}">
                <a16:creationId xmlns:a16="http://schemas.microsoft.com/office/drawing/2014/main" id="{9DE1E570-14DE-42F6-9DDD-49752C3ACA3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 flipH="1">
            <a:off x="100322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18" name="عنصر نائب للصورة 15">
            <a:extLst>
              <a:ext uri="{FF2B5EF4-FFF2-40B4-BE49-F238E27FC236}">
                <a16:creationId xmlns:a16="http://schemas.microsoft.com/office/drawing/2014/main" id="{43CBE128-6D8D-4605-B225-5A34FFB1F25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 flipH="1">
            <a:off x="76921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19" name="عنصر نائب للصورة 15">
            <a:extLst>
              <a:ext uri="{FF2B5EF4-FFF2-40B4-BE49-F238E27FC236}">
                <a16:creationId xmlns:a16="http://schemas.microsoft.com/office/drawing/2014/main" id="{E63C0874-8701-4CED-B60A-61A655FB5A5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 flipH="1">
            <a:off x="53521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0" name="عنصر نائب للصورة 15">
            <a:extLst>
              <a:ext uri="{FF2B5EF4-FFF2-40B4-BE49-F238E27FC236}">
                <a16:creationId xmlns:a16="http://schemas.microsoft.com/office/drawing/2014/main" id="{F223D9C7-A9C3-4D38-B4D8-9CAB3A19CF5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 flipH="1">
            <a:off x="30120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1" name="عنصر نائب للصورة 15">
            <a:extLst>
              <a:ext uri="{FF2B5EF4-FFF2-40B4-BE49-F238E27FC236}">
                <a16:creationId xmlns:a16="http://schemas.microsoft.com/office/drawing/2014/main" id="{5B90C43A-E202-44D5-87CB-BD25DE6EF5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 flipH="1">
            <a:off x="6720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2" name="عنصر نائب للنص 5">
            <a:extLst>
              <a:ext uri="{FF2B5EF4-FFF2-40B4-BE49-F238E27FC236}">
                <a16:creationId xmlns:a16="http://schemas.microsoft.com/office/drawing/2014/main" id="{AE3E6576-B268-4232-858E-037F3AFA5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sp>
        <p:nvSpPr>
          <p:cNvPr id="23" name="مستطيل 6">
            <a:extLst>
              <a:ext uri="{FF2B5EF4-FFF2-40B4-BE49-F238E27FC236}">
                <a16:creationId xmlns:a16="http://schemas.microsoft.com/office/drawing/2014/main" id="{644FE3AF-A04D-4D49-BDFD-FAF66D921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83205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مستطيل 6">
            <a:extLst>
              <a:ext uri="{FF2B5EF4-FFF2-40B4-BE49-F238E27FC236}">
                <a16:creationId xmlns:a16="http://schemas.microsoft.com/office/drawing/2014/main" id="{EAC46016-1B95-4163-8EAA-252BE4B86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861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مستطيل 6">
            <a:extLst>
              <a:ext uri="{FF2B5EF4-FFF2-40B4-BE49-F238E27FC236}">
                <a16:creationId xmlns:a16="http://schemas.microsoft.com/office/drawing/2014/main" id="{EC09029D-7190-452C-92D6-6B055D055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8522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مستطيل 6">
            <a:extLst>
              <a:ext uri="{FF2B5EF4-FFF2-40B4-BE49-F238E27FC236}">
                <a16:creationId xmlns:a16="http://schemas.microsoft.com/office/drawing/2014/main" id="{78798274-03F6-4FD0-93AB-82A31D0A2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51215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مستطيل 6">
            <a:extLst>
              <a:ext uri="{FF2B5EF4-FFF2-40B4-BE49-F238E27FC236}">
                <a16:creationId xmlns:a16="http://schemas.microsoft.com/office/drawing/2014/main" id="{1E3DDEC1-3507-486F-8CCF-7F1E9EB81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1780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32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عنصر نائب للصورة 10">
            <a:extLst>
              <a:ext uri="{FF2B5EF4-FFF2-40B4-BE49-F238E27FC236}">
                <a16:creationId xmlns:a16="http://schemas.microsoft.com/office/drawing/2014/main" id="{42B3D5D2-87D3-49A6-9FA2-5D21A6486F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368000" y="143998"/>
            <a:ext cx="4680001" cy="6480000"/>
          </a:xfrm>
          <a:solidFill>
            <a:schemeClr val="bg1">
              <a:lumMod val="95000"/>
            </a:schemeClr>
          </a:solidFill>
        </p:spPr>
        <p:txBody>
          <a:bodyPr lIns="36000" tIns="0" rIns="576000" bIns="0" rtlCol="1" anchor="ctr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قم بإدراج صورتك أو سحبها وإفلاتها</a:t>
            </a: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66601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11" name="عنصر نائب للنص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510010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1</a:t>
            </a:r>
          </a:p>
        </p:txBody>
      </p:sp>
      <p:sp>
        <p:nvSpPr>
          <p:cNvPr id="12" name="عنصر نائب للنص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 flipH="1">
            <a:off x="510010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3" name="عنصر نائب للنص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276005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2</a:t>
            </a:r>
          </a:p>
        </p:txBody>
      </p:sp>
      <p:sp>
        <p:nvSpPr>
          <p:cNvPr id="14" name="عنصر نائب للنص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 flipH="1">
            <a:off x="276005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5" name="عنصر نائب للنص 8">
            <a:extLst>
              <a:ext uri="{FF2B5EF4-FFF2-40B4-BE49-F238E27FC236}">
                <a16:creationId xmlns:a16="http://schemas.microsoft.com/office/drawing/2014/main" id="{B95692FA-0FC8-4EBA-8C23-6F85A921DB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42000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3</a:t>
            </a:r>
          </a:p>
        </p:txBody>
      </p:sp>
      <p:sp>
        <p:nvSpPr>
          <p:cNvPr id="16" name="عنصر نائب للنص 10">
            <a:extLst>
              <a:ext uri="{FF2B5EF4-FFF2-40B4-BE49-F238E27FC236}">
                <a16:creationId xmlns:a16="http://schemas.microsoft.com/office/drawing/2014/main" id="{BFA4D6B2-D388-4538-A77C-689D93EDB6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42000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9" name="عنصر نائب للصورة 15">
            <a:extLst>
              <a:ext uri="{FF2B5EF4-FFF2-40B4-BE49-F238E27FC236}">
                <a16:creationId xmlns:a16="http://schemas.microsoft.com/office/drawing/2014/main" id="{E63C0874-8701-4CED-B60A-61A655FB5A5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 flipH="1">
            <a:off x="53521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0" name="عنصر نائب للصورة 15">
            <a:extLst>
              <a:ext uri="{FF2B5EF4-FFF2-40B4-BE49-F238E27FC236}">
                <a16:creationId xmlns:a16="http://schemas.microsoft.com/office/drawing/2014/main" id="{F223D9C7-A9C3-4D38-B4D8-9CAB3A19CF5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 flipH="1">
            <a:off x="30120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1" name="عنصر نائب للصورة 15">
            <a:extLst>
              <a:ext uri="{FF2B5EF4-FFF2-40B4-BE49-F238E27FC236}">
                <a16:creationId xmlns:a16="http://schemas.microsoft.com/office/drawing/2014/main" id="{5B90C43A-E202-44D5-87CB-BD25DE6EF5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 flipH="1">
            <a:off x="6720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2" name="عنصر نائب للنص 5">
            <a:extLst>
              <a:ext uri="{FF2B5EF4-FFF2-40B4-BE49-F238E27FC236}">
                <a16:creationId xmlns:a16="http://schemas.microsoft.com/office/drawing/2014/main" id="{AE3E6576-B268-4232-858E-037F3AFA5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8" y="1008000"/>
            <a:ext cx="6659814" cy="360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grpSp>
        <p:nvGrpSpPr>
          <p:cNvPr id="25" name="المجموعة 24">
            <a:extLst>
              <a:ext uri="{FF2B5EF4-FFF2-40B4-BE49-F238E27FC236}">
                <a16:creationId xmlns:a16="http://schemas.microsoft.com/office/drawing/2014/main" id="{00A98AF6-5DA1-4AA4-9068-753B7B67CCD9}"/>
              </a:ext>
            </a:extLst>
          </p:cNvPr>
          <p:cNvGrpSpPr/>
          <p:nvPr userDrawn="1"/>
        </p:nvGrpSpPr>
        <p:grpSpPr>
          <a:xfrm flipH="1">
            <a:off x="7548001" y="323998"/>
            <a:ext cx="4320000" cy="6120000"/>
            <a:chOff x="180000" y="180000"/>
            <a:chExt cx="4330700" cy="6292683"/>
          </a:xfrm>
        </p:grpSpPr>
        <p:sp>
          <p:nvSpPr>
            <p:cNvPr id="26" name="مستطيل 6">
              <a:extLst>
                <a:ext uri="{FF2B5EF4-FFF2-40B4-BE49-F238E27FC236}">
                  <a16:creationId xmlns:a16="http://schemas.microsoft.com/office/drawing/2014/main" id="{610C6BE2-3871-4E51-920D-2E1F13FA22D4}"/>
                </a:ext>
              </a:extLst>
            </p:cNvPr>
            <p:cNvSpPr/>
            <p:nvPr/>
          </p:nvSpPr>
          <p:spPr>
            <a:xfrm>
              <a:off x="180000" y="6290249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مستطيل 6">
              <a:extLst>
                <a:ext uri="{FF2B5EF4-FFF2-40B4-BE49-F238E27FC236}">
                  <a16:creationId xmlns:a16="http://schemas.microsoft.com/office/drawing/2014/main" id="{409F8537-0917-49A4-B9A1-0B68ED60DF2C}"/>
                </a:ext>
              </a:extLst>
            </p:cNvPr>
            <p:cNvSpPr/>
            <p:nvPr/>
          </p:nvSpPr>
          <p:spPr>
            <a:xfrm flipV="1">
              <a:off x="180000" y="180000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4" name="مستطيل 6">
            <a:extLst>
              <a:ext uri="{FF2B5EF4-FFF2-40B4-BE49-F238E27FC236}">
                <a16:creationId xmlns:a16="http://schemas.microsoft.com/office/drawing/2014/main" id="{3E24480B-1EA1-4618-A14A-DFF8FA263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1780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مستطيل 6">
            <a:extLst>
              <a:ext uri="{FF2B5EF4-FFF2-40B4-BE49-F238E27FC236}">
                <a16:creationId xmlns:a16="http://schemas.microsoft.com/office/drawing/2014/main" id="{043B620A-4118-4E00-9D79-5BD4C87DC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83205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مستطيل 6">
            <a:extLst>
              <a:ext uri="{FF2B5EF4-FFF2-40B4-BE49-F238E27FC236}">
                <a16:creationId xmlns:a16="http://schemas.microsoft.com/office/drawing/2014/main" id="{612097E6-9559-4AEF-968E-6C2F89163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861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64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عنصر نائب للصورة 10">
            <a:extLst>
              <a:ext uri="{FF2B5EF4-FFF2-40B4-BE49-F238E27FC236}">
                <a16:creationId xmlns:a16="http://schemas.microsoft.com/office/drawing/2014/main" id="{42B3D5D2-87D3-49A6-9FA2-5D21A6486F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368000" y="143998"/>
            <a:ext cx="4680001" cy="6480000"/>
          </a:xfrm>
          <a:solidFill>
            <a:schemeClr val="bg1">
              <a:lumMod val="95000"/>
            </a:schemeClr>
          </a:solidFill>
        </p:spPr>
        <p:txBody>
          <a:bodyPr lIns="36000" tIns="0" rIns="576000" bIns="0" rtlCol="1" anchor="ctr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قم بإدراج صورتك أو سحبها وإفلاتها</a:t>
            </a: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66601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11" name="عنصر نائب للنص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3817612" y="2233079"/>
            <a:ext cx="1872000" cy="360000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1</a:t>
            </a:r>
          </a:p>
        </p:txBody>
      </p:sp>
      <p:sp>
        <p:nvSpPr>
          <p:cNvPr id="12" name="عنصر نائب للنص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 flipH="1">
            <a:off x="3817612" y="2721591"/>
            <a:ext cx="1872000" cy="36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3" name="عنصر نائب للنص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420687" y="2233079"/>
            <a:ext cx="1872000" cy="360000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2</a:t>
            </a:r>
          </a:p>
        </p:txBody>
      </p:sp>
      <p:sp>
        <p:nvSpPr>
          <p:cNvPr id="14" name="عنصر نائب للنص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 flipH="1">
            <a:off x="420687" y="2721591"/>
            <a:ext cx="1872000" cy="36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9" name="عنصر نائب للصورة 15">
            <a:extLst>
              <a:ext uri="{FF2B5EF4-FFF2-40B4-BE49-F238E27FC236}">
                <a16:creationId xmlns:a16="http://schemas.microsoft.com/office/drawing/2014/main" id="{E63C0874-8701-4CED-B60A-61A655FB5A5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 flipH="1">
            <a:off x="5842157" y="2233079"/>
            <a:ext cx="1219835" cy="1219835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0" name="عنصر نائب للصورة 15">
            <a:extLst>
              <a:ext uri="{FF2B5EF4-FFF2-40B4-BE49-F238E27FC236}">
                <a16:creationId xmlns:a16="http://schemas.microsoft.com/office/drawing/2014/main" id="{F223D9C7-A9C3-4D38-B4D8-9CAB3A19CF5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 flipH="1">
            <a:off x="2445232" y="2233079"/>
            <a:ext cx="1219835" cy="1219835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2" name="عنصر نائب للنص 5">
            <a:extLst>
              <a:ext uri="{FF2B5EF4-FFF2-40B4-BE49-F238E27FC236}">
                <a16:creationId xmlns:a16="http://schemas.microsoft.com/office/drawing/2014/main" id="{AE3E6576-B268-4232-858E-037F3AFA5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8" y="1008000"/>
            <a:ext cx="6659814" cy="360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grpSp>
        <p:nvGrpSpPr>
          <p:cNvPr id="25" name="المجموعة 24">
            <a:extLst>
              <a:ext uri="{FF2B5EF4-FFF2-40B4-BE49-F238E27FC236}">
                <a16:creationId xmlns:a16="http://schemas.microsoft.com/office/drawing/2014/main" id="{00A98AF6-5DA1-4AA4-9068-753B7B67CCD9}"/>
              </a:ext>
            </a:extLst>
          </p:cNvPr>
          <p:cNvGrpSpPr/>
          <p:nvPr userDrawn="1"/>
        </p:nvGrpSpPr>
        <p:grpSpPr>
          <a:xfrm flipH="1">
            <a:off x="7548001" y="323998"/>
            <a:ext cx="4320000" cy="6120000"/>
            <a:chOff x="180000" y="180000"/>
            <a:chExt cx="4330700" cy="6292683"/>
          </a:xfrm>
        </p:grpSpPr>
        <p:sp>
          <p:nvSpPr>
            <p:cNvPr id="26" name="مستطيل 6">
              <a:extLst>
                <a:ext uri="{FF2B5EF4-FFF2-40B4-BE49-F238E27FC236}">
                  <a16:creationId xmlns:a16="http://schemas.microsoft.com/office/drawing/2014/main" id="{610C6BE2-3871-4E51-920D-2E1F13FA22D4}"/>
                </a:ext>
              </a:extLst>
            </p:cNvPr>
            <p:cNvSpPr/>
            <p:nvPr/>
          </p:nvSpPr>
          <p:spPr>
            <a:xfrm>
              <a:off x="180000" y="6290249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مستطيل 6">
              <a:extLst>
                <a:ext uri="{FF2B5EF4-FFF2-40B4-BE49-F238E27FC236}">
                  <a16:creationId xmlns:a16="http://schemas.microsoft.com/office/drawing/2014/main" id="{409F8537-0917-49A4-B9A1-0B68ED60DF2C}"/>
                </a:ext>
              </a:extLst>
            </p:cNvPr>
            <p:cNvSpPr/>
            <p:nvPr/>
          </p:nvSpPr>
          <p:spPr>
            <a:xfrm flipV="1">
              <a:off x="180000" y="180000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3" name="عنصر نائب للنص 8">
            <a:extLst>
              <a:ext uri="{FF2B5EF4-FFF2-40B4-BE49-F238E27FC236}">
                <a16:creationId xmlns:a16="http://schemas.microsoft.com/office/drawing/2014/main" id="{88A88076-4208-4A97-A015-3DFBFCC94A7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flipH="1">
            <a:off x="3817612" y="3859797"/>
            <a:ext cx="1872000" cy="360000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1</a:t>
            </a:r>
          </a:p>
        </p:txBody>
      </p:sp>
      <p:sp>
        <p:nvSpPr>
          <p:cNvPr id="34" name="عنصر نائب للنص 10">
            <a:extLst>
              <a:ext uri="{FF2B5EF4-FFF2-40B4-BE49-F238E27FC236}">
                <a16:creationId xmlns:a16="http://schemas.microsoft.com/office/drawing/2014/main" id="{C0468E64-5403-40FE-84BE-184FCF30EA3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flipH="1">
            <a:off x="3817612" y="4348309"/>
            <a:ext cx="1872000" cy="36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35" name="عنصر نائب للنص 8">
            <a:extLst>
              <a:ext uri="{FF2B5EF4-FFF2-40B4-BE49-F238E27FC236}">
                <a16:creationId xmlns:a16="http://schemas.microsoft.com/office/drawing/2014/main" id="{D0CF6241-B0D3-4D20-B605-DD302BA1D6C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flipH="1">
            <a:off x="420687" y="3859797"/>
            <a:ext cx="1872000" cy="360000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2</a:t>
            </a:r>
          </a:p>
        </p:txBody>
      </p:sp>
      <p:sp>
        <p:nvSpPr>
          <p:cNvPr id="36" name="عنصر نائب للنص 10">
            <a:extLst>
              <a:ext uri="{FF2B5EF4-FFF2-40B4-BE49-F238E27FC236}">
                <a16:creationId xmlns:a16="http://schemas.microsoft.com/office/drawing/2014/main" id="{711DB09A-A42D-4902-AF3E-5D0DC168C28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flipH="1">
            <a:off x="420687" y="4348309"/>
            <a:ext cx="1872000" cy="36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37" name="عنصر نائب للصورة 15">
            <a:extLst>
              <a:ext uri="{FF2B5EF4-FFF2-40B4-BE49-F238E27FC236}">
                <a16:creationId xmlns:a16="http://schemas.microsoft.com/office/drawing/2014/main" id="{E96186ED-3118-47CD-987B-87DECE43F02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 flipH="1">
            <a:off x="5842157" y="3859797"/>
            <a:ext cx="1219835" cy="1219835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38" name="عنصر نائب للصورة 15">
            <a:extLst>
              <a:ext uri="{FF2B5EF4-FFF2-40B4-BE49-F238E27FC236}">
                <a16:creationId xmlns:a16="http://schemas.microsoft.com/office/drawing/2014/main" id="{BF2BC07A-75E7-4434-B71D-F48A7ADA804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 flipH="1">
            <a:off x="2445232" y="3859797"/>
            <a:ext cx="1219835" cy="1219835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4" name="مستطيل 6">
            <a:extLst>
              <a:ext uri="{FF2B5EF4-FFF2-40B4-BE49-F238E27FC236}">
                <a16:creationId xmlns:a16="http://schemas.microsoft.com/office/drawing/2014/main" id="{CEDEC4EC-1B7D-4C30-9BDC-ED714BC0A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853612" y="3311998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مستطيل 6">
            <a:extLst>
              <a:ext uri="{FF2B5EF4-FFF2-40B4-BE49-F238E27FC236}">
                <a16:creationId xmlns:a16="http://schemas.microsoft.com/office/drawing/2014/main" id="{61B31970-0B46-450B-916F-74D6DEF9B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38687" y="3311998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مستطيل 6">
            <a:extLst>
              <a:ext uri="{FF2B5EF4-FFF2-40B4-BE49-F238E27FC236}">
                <a16:creationId xmlns:a16="http://schemas.microsoft.com/office/drawing/2014/main" id="{950320AF-7644-49E1-9D16-705477139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853612" y="4935521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مستطيل 6">
            <a:extLst>
              <a:ext uri="{FF2B5EF4-FFF2-40B4-BE49-F238E27FC236}">
                <a16:creationId xmlns:a16="http://schemas.microsoft.com/office/drawing/2014/main" id="{D36D919E-E710-495F-8E8C-3A987E502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38687" y="4935521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65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العنوان و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الصورة 6">
            <a:extLst>
              <a:ext uri="{FF2B5EF4-FFF2-40B4-BE49-F238E27FC236}">
                <a16:creationId xmlns:a16="http://schemas.microsoft.com/office/drawing/2014/main" id="{A4BB9D81-6871-4A9D-BF45-2D079E8030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812097"/>
            <a:ext cx="11528535" cy="5645385"/>
          </a:xfrm>
          <a:prstGeom prst="rect">
            <a:avLst/>
          </a:prstGeom>
        </p:spPr>
      </p:pic>
      <p:sp>
        <p:nvSpPr>
          <p:cNvPr id="8" name="عنصر نائب للصورة 10">
            <a:extLst>
              <a:ext uri="{FF2B5EF4-FFF2-40B4-BE49-F238E27FC236}">
                <a16:creationId xmlns:a16="http://schemas.microsoft.com/office/drawing/2014/main" id="{D7C80831-068A-4F76-B718-3D893A2E5B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1" y="1255405"/>
            <a:ext cx="6974680" cy="3935414"/>
          </a:xfrm>
          <a:solidFill>
            <a:schemeClr val="bg1">
              <a:lumMod val="9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قم بإدراج "تصميم الشاشة" أو سحبها وإفلاتها هنا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7788965" y="3955774"/>
            <a:ext cx="3978665" cy="1976617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A5F0423-B6EE-42FD-9306-5E965142C6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BCE01B6-FB5C-471B-B95B-DB3DC8A0E4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9" name="العنوان 8">
            <a:extLst>
              <a:ext uri="{FF2B5EF4-FFF2-40B4-BE49-F238E27FC236}">
                <a16:creationId xmlns:a16="http://schemas.microsoft.com/office/drawing/2014/main" id="{5CA0D6D2-4DA0-4AEE-95C1-E8BDD05153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7788965" y="432000"/>
            <a:ext cx="3971035" cy="432000"/>
          </a:xfrm>
        </p:spPr>
        <p:txBody>
          <a:bodyPr rtlCol="1" anchor="t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العنوان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6E450DC-177B-4710-8122-B192B58AB3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7788275" y="2563813"/>
            <a:ext cx="3979862" cy="1212850"/>
          </a:xfrm>
        </p:spPr>
        <p:txBody>
          <a:bodyPr rtlCol="1" anchor="b"/>
          <a:lstStyle>
            <a:lvl1pPr marL="0" indent="0" algn="r" rtl="1">
              <a:buNone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>
                <a:latin typeface="+mj-lt"/>
              </a:defRPr>
            </a:lvl2pPr>
            <a:lvl3pPr marL="542925" indent="0" algn="r" rtl="1">
              <a:buNone/>
              <a:defRPr>
                <a:latin typeface="+mj-lt"/>
              </a:defRPr>
            </a:lvl3pPr>
            <a:lvl4pPr marL="809625" indent="0" algn="r" rtl="1">
              <a:buNone/>
              <a:defRPr>
                <a:latin typeface="+mj-lt"/>
              </a:defRPr>
            </a:lvl4pPr>
            <a:lvl5pPr marL="1076325" indent="0" algn="r" rtl="1">
              <a:buNone/>
              <a:defRPr>
                <a:latin typeface="+mj-lt"/>
              </a:defRPr>
            </a:lvl5pPr>
          </a:lstStyle>
          <a:p>
            <a:pPr lvl="0" rtl="1"/>
            <a:r>
              <a:rPr lang="ar-SA" noProof="0" dirty="0"/>
              <a:t>نص مميز</a:t>
            </a:r>
          </a:p>
        </p:txBody>
      </p:sp>
    </p:spTree>
    <p:extLst>
      <p:ext uri="{BB962C8B-B14F-4D97-AF65-F5344CB8AC3E}">
        <p14:creationId xmlns:p14="http://schemas.microsoft.com/office/powerpoint/2010/main" val="419701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fld id="{19B51A1E-902D-48AF-9020-955120F399B6}" type="slidenum">
              <a:rPr lang="ar-SA" smtClean="0"/>
              <a:pPr algn="ctr"/>
              <a:t>‹#›</a:t>
            </a:fld>
            <a:endParaRPr lang="ar-SA" dirty="0"/>
          </a:p>
        </p:txBody>
      </p:sp>
      <p:sp>
        <p:nvSpPr>
          <p:cNvPr id="9" name="عنصر نائب للنص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744015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2</a:t>
            </a:r>
          </a:p>
        </p:txBody>
      </p:sp>
      <p:sp>
        <p:nvSpPr>
          <p:cNvPr id="10" name="عنصر نائب للنص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flipH="1">
            <a:off x="744015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1" name="عنصر نائب للنص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510010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3</a:t>
            </a:r>
          </a:p>
        </p:txBody>
      </p:sp>
      <p:sp>
        <p:nvSpPr>
          <p:cNvPr id="12" name="عنصر نائب للنص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 flipH="1">
            <a:off x="510010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3" name="عنصر نائب للنص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2760050" y="3971432"/>
            <a:ext cx="1980000" cy="36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رمز نقطي 4</a:t>
            </a:r>
          </a:p>
        </p:txBody>
      </p:sp>
      <p:sp>
        <p:nvSpPr>
          <p:cNvPr id="14" name="عنصر نائب للنص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 flipH="1">
            <a:off x="2760050" y="4605832"/>
            <a:ext cx="1980000" cy="720000"/>
          </a:xfrm>
        </p:spPr>
        <p:txBody>
          <a:bodyPr rtlCol="1"/>
          <a:lstStyle>
            <a:lvl1pPr marL="0" indent="0" algn="ctr" rtl="1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بتعداد نقطي</a:t>
            </a:r>
          </a:p>
        </p:txBody>
      </p:sp>
      <p:sp>
        <p:nvSpPr>
          <p:cNvPr id="18" name="عنصر نائب للصورة 15">
            <a:extLst>
              <a:ext uri="{FF2B5EF4-FFF2-40B4-BE49-F238E27FC236}">
                <a16:creationId xmlns:a16="http://schemas.microsoft.com/office/drawing/2014/main" id="{43CBE128-6D8D-4605-B225-5A34FFB1F25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 flipH="1">
            <a:off x="76921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19" name="عنصر نائب للصورة 15">
            <a:extLst>
              <a:ext uri="{FF2B5EF4-FFF2-40B4-BE49-F238E27FC236}">
                <a16:creationId xmlns:a16="http://schemas.microsoft.com/office/drawing/2014/main" id="{E63C0874-8701-4CED-B60A-61A655FB5A5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 flipH="1">
            <a:off x="53521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0" name="عنصر نائب للصورة 15">
            <a:extLst>
              <a:ext uri="{FF2B5EF4-FFF2-40B4-BE49-F238E27FC236}">
                <a16:creationId xmlns:a16="http://schemas.microsoft.com/office/drawing/2014/main" id="{F223D9C7-A9C3-4D38-B4D8-9CAB3A19CF5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 flipH="1">
            <a:off x="30120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2" name="عنصر نائب للنص 5">
            <a:extLst>
              <a:ext uri="{FF2B5EF4-FFF2-40B4-BE49-F238E27FC236}">
                <a16:creationId xmlns:a16="http://schemas.microsoft.com/office/drawing/2014/main" id="{AE3E6576-B268-4232-858E-037F3AFA5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grpSp>
        <p:nvGrpSpPr>
          <p:cNvPr id="15" name="المجموعة 14">
            <a:extLst>
              <a:ext uri="{FF2B5EF4-FFF2-40B4-BE49-F238E27FC236}">
                <a16:creationId xmlns:a16="http://schemas.microsoft.com/office/drawing/2014/main" id="{0DFB96B7-45A3-4381-89C2-4A31A565F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2832050" y="1642400"/>
            <a:ext cx="6516100" cy="2131094"/>
            <a:chOff x="2843850" y="1642400"/>
            <a:chExt cx="1836000" cy="2131094"/>
          </a:xfrm>
        </p:grpSpPr>
        <p:sp>
          <p:nvSpPr>
            <p:cNvPr id="16" name="مستطيل 6">
              <a:extLst>
                <a:ext uri="{FF2B5EF4-FFF2-40B4-BE49-F238E27FC236}">
                  <a16:creationId xmlns:a16="http://schemas.microsoft.com/office/drawing/2014/main" id="{57C639D3-D14E-4739-A805-8BD1EE3723AB}"/>
                </a:ext>
              </a:extLst>
            </p:cNvPr>
            <p:cNvSpPr/>
            <p:nvPr/>
          </p:nvSpPr>
          <p:spPr>
            <a:xfrm>
              <a:off x="2843850" y="3629494"/>
              <a:ext cx="1836000" cy="144000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" name="مستطيل 6">
              <a:extLst>
                <a:ext uri="{FF2B5EF4-FFF2-40B4-BE49-F238E27FC236}">
                  <a16:creationId xmlns:a16="http://schemas.microsoft.com/office/drawing/2014/main" id="{3552379E-CA58-42E4-929B-E0CDE195CFB4}"/>
                </a:ext>
              </a:extLst>
            </p:cNvPr>
            <p:cNvSpPr/>
            <p:nvPr/>
          </p:nvSpPr>
          <p:spPr>
            <a:xfrm flipV="1">
              <a:off x="2843850" y="1642400"/>
              <a:ext cx="1836000" cy="144000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397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العنوان و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427630" y="1272208"/>
            <a:ext cx="11340000" cy="4660183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A5F0423-B6EE-42FD-9306-5E965142C6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/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BCE01B6-FB5C-471B-B95B-DB3DC8A0E4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9" name="العنوان 8">
            <a:extLst>
              <a:ext uri="{FF2B5EF4-FFF2-40B4-BE49-F238E27FC236}">
                <a16:creationId xmlns:a16="http://schemas.microsoft.com/office/drawing/2014/main" id="{5CA0D6D2-4DA0-4AEE-95C1-E8BDD051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flipH="1">
            <a:off x="6288000" y="1152000"/>
            <a:ext cx="5472000" cy="5040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7" name="عنصر نائب للمحتوى 3">
            <a:extLst>
              <a:ext uri="{FF2B5EF4-FFF2-40B4-BE49-F238E27FC236}">
                <a16:creationId xmlns:a16="http://schemas.microsoft.com/office/drawing/2014/main" id="{BF156636-95EA-4995-B9CA-635FD1DE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420000" y="1152000"/>
            <a:ext cx="5472000" cy="5024963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5" name="عنصر نائب للنص 5">
            <a:extLst>
              <a:ext uri="{FF2B5EF4-FFF2-40B4-BE49-F238E27FC236}">
                <a16:creationId xmlns:a16="http://schemas.microsoft.com/office/drawing/2014/main" id="{AF8E62C6-0CCA-4909-AE69-A32ED6AC06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>
            <a:lvl1pPr marL="0" indent="0" algn="r" rtl="1">
              <a:buNone/>
              <a:defRPr/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sp>
        <p:nvSpPr>
          <p:cNvPr id="8" name="عنصر نائب للمحتوى 2">
            <a:extLst>
              <a:ext uri="{FF2B5EF4-FFF2-40B4-BE49-F238E27FC236}">
                <a16:creationId xmlns:a16="http://schemas.microsoft.com/office/drawing/2014/main" id="{1423F09E-5021-4E1D-A4A8-174F779F2749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 flipH="1">
            <a:off x="6855225" y="2701131"/>
            <a:ext cx="3546675" cy="2828138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9" name="عنصر نائب للمحتوى 3">
            <a:extLst>
              <a:ext uri="{FF2B5EF4-FFF2-40B4-BE49-F238E27FC236}">
                <a16:creationId xmlns:a16="http://schemas.microsoft.com/office/drawing/2014/main" id="{F7C3D0F0-8880-4132-9B6F-33B2D7437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987225" y="2701131"/>
            <a:ext cx="3546675" cy="2828138"/>
          </a:xfrm>
        </p:spPr>
        <p:txBody>
          <a:bodyPr rtlCol="1"/>
          <a:lstStyle>
            <a:lvl1pPr algn="r" rtl="1">
              <a:buClr>
                <a:schemeClr val="accent1">
                  <a:lumMod val="50000"/>
                </a:schemeClr>
              </a:buClr>
              <a:defRPr/>
            </a:lvl1pPr>
            <a:lvl2pPr algn="r" rtl="1">
              <a:buClr>
                <a:schemeClr val="accent1">
                  <a:lumMod val="50000"/>
                </a:schemeClr>
              </a:buClr>
              <a:defRPr/>
            </a:lvl2pPr>
            <a:lvl3pPr algn="r" rtl="1">
              <a:buClr>
                <a:schemeClr val="accent1">
                  <a:lumMod val="50000"/>
                </a:schemeClr>
              </a:buClr>
              <a:defRPr/>
            </a:lvl3pPr>
            <a:lvl4pPr algn="r" rtl="1">
              <a:buClr>
                <a:schemeClr val="accent1">
                  <a:lumMod val="50000"/>
                </a:schemeClr>
              </a:buClr>
              <a:defRPr/>
            </a:lvl4pPr>
            <a:lvl5pPr algn="r" rtl="1">
              <a:buClr>
                <a:schemeClr val="accent1">
                  <a:lumMod val="50000"/>
                </a:schemeClr>
              </a:buClr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10" name="عنصر نائب للنص 3">
            <a:extLst>
              <a:ext uri="{FF2B5EF4-FFF2-40B4-BE49-F238E27FC236}">
                <a16:creationId xmlns:a16="http://schemas.microsoft.com/office/drawing/2014/main" id="{9CBDEF46-1F51-42D2-A43C-36A28ECB34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flipH="1">
            <a:off x="6844471" y="1728000"/>
            <a:ext cx="3554451" cy="735800"/>
          </a:xfrm>
          <a:noFill/>
        </p:spPr>
        <p:txBody>
          <a:bodyPr rtlCol="1" anchor="t"/>
          <a:lstStyle>
            <a:lvl1pPr marL="0" indent="0" algn="r" rtl="1">
              <a:buNone/>
              <a:defRPr sz="5400">
                <a:solidFill>
                  <a:schemeClr val="accent1"/>
                </a:solidFill>
                <a:latin typeface="+mj-lt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1</a:t>
            </a:r>
          </a:p>
        </p:txBody>
      </p:sp>
      <p:sp>
        <p:nvSpPr>
          <p:cNvPr id="11" name="عنصر نائب للنص 4">
            <a:extLst>
              <a:ext uri="{FF2B5EF4-FFF2-40B4-BE49-F238E27FC236}">
                <a16:creationId xmlns:a16="http://schemas.microsoft.com/office/drawing/2014/main" id="{9CA11096-D31C-4BD0-AFF9-7575C5E8E5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flipH="1">
            <a:off x="997721" y="1722438"/>
            <a:ext cx="3538517" cy="735749"/>
          </a:xfrm>
        </p:spPr>
        <p:txBody>
          <a:bodyPr rtlCol="1" anchor="t"/>
          <a:lstStyle>
            <a:lvl1pPr marL="0" indent="0" algn="r" rtl="1">
              <a:buNone/>
              <a:defRPr sz="540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 rtl="1"/>
            <a:r>
              <a:rPr lang="ar-SA" noProof="0" dirty="0"/>
              <a:t>2</a:t>
            </a:r>
          </a:p>
        </p:txBody>
      </p:sp>
      <p:sp>
        <p:nvSpPr>
          <p:cNvPr id="4" name="عنصر نائب للصورة 3">
            <a:extLst>
              <a:ext uri="{FF2B5EF4-FFF2-40B4-BE49-F238E27FC236}">
                <a16:creationId xmlns:a16="http://schemas.microsoft.com/office/drawing/2014/main" id="{6438B210-DE07-4BDD-BDB3-2A3DF619BED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 flipH="1">
            <a:off x="10597202" y="1722438"/>
            <a:ext cx="735013" cy="735012"/>
          </a:xfrm>
        </p:spPr>
        <p:txBody>
          <a:bodyPr rtlCol="1" anchor="ctr"/>
          <a:lstStyle>
            <a:lvl1pPr marL="0" indent="0" algn="ctr" rtl="1">
              <a:buNone/>
              <a:defRPr sz="1100" i="1"/>
            </a:lvl1pPr>
          </a:lstStyle>
          <a:p>
            <a:pPr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12" name="عنصر نائب للصورة 3">
            <a:extLst>
              <a:ext uri="{FF2B5EF4-FFF2-40B4-BE49-F238E27FC236}">
                <a16:creationId xmlns:a16="http://schemas.microsoft.com/office/drawing/2014/main" id="{FAD6E0EA-E35F-4E2B-869F-7A912C4CB62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 flipH="1">
            <a:off x="4734519" y="1722438"/>
            <a:ext cx="735013" cy="735012"/>
          </a:xfrm>
        </p:spPr>
        <p:txBody>
          <a:bodyPr rtlCol="1" anchor="ctr"/>
          <a:lstStyle>
            <a:lvl1pPr marL="0" indent="0" algn="ctr" rtl="1">
              <a:buNone/>
              <a:defRPr sz="1100" i="1"/>
            </a:lvl1pPr>
          </a:lstStyle>
          <a:p>
            <a:pPr rtl="1"/>
            <a:r>
              <a:rPr lang="ar-SA" noProof="0" dirty="0"/>
              <a:t>انقر فوق الأيقونة لإضافة صورة</a:t>
            </a:r>
          </a:p>
        </p:txBody>
      </p:sp>
    </p:spTree>
    <p:extLst>
      <p:ext uri="{BB962C8B-B14F-4D97-AF65-F5344CB8AC3E}">
        <p14:creationId xmlns:p14="http://schemas.microsoft.com/office/powerpoint/2010/main" val="2728516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عنصر نائب للنص 3">
            <a:extLst>
              <a:ext uri="{FF2B5EF4-FFF2-40B4-BE49-F238E27FC236}">
                <a16:creationId xmlns:a16="http://schemas.microsoft.com/office/drawing/2014/main" id="{72C502DE-CADD-4CC1-972E-2007199550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flipH="1">
            <a:off x="6953229" y="1593150"/>
            <a:ext cx="4348065" cy="434806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 rtlCol="1" anchor="ctr"/>
          <a:lstStyle>
            <a:lvl1pPr marL="0" indent="0" algn="ctr" rtl="1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عنوان المقطع</a:t>
            </a:r>
          </a:p>
        </p:txBody>
      </p:sp>
      <p:sp>
        <p:nvSpPr>
          <p:cNvPr id="14" name="عنصر نائب للنص 9">
            <a:extLst>
              <a:ext uri="{FF2B5EF4-FFF2-40B4-BE49-F238E27FC236}">
                <a16:creationId xmlns:a16="http://schemas.microsoft.com/office/drawing/2014/main" id="{19BE8230-B656-44E2-9319-E1464125040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flipH="1">
            <a:off x="3635833" y="1949641"/>
            <a:ext cx="3635083" cy="363508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txBody>
          <a:bodyPr vert="horz" lIns="0" tIns="0" rIns="0" bIns="0" rtlCol="1" anchor="ctr">
            <a:noAutofit/>
          </a:bodyPr>
          <a:lstStyle>
            <a:lvl1pPr marL="0" indent="0" algn="ctr" rtl="1">
              <a:buNone/>
              <a:defRPr lang="en-ZA" sz="1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عنوان المقطع</a:t>
            </a:r>
          </a:p>
        </p:txBody>
      </p:sp>
      <p:sp>
        <p:nvSpPr>
          <p:cNvPr id="15" name="عنصر نائب للنص 9">
            <a:extLst>
              <a:ext uri="{FF2B5EF4-FFF2-40B4-BE49-F238E27FC236}">
                <a16:creationId xmlns:a16="http://schemas.microsoft.com/office/drawing/2014/main" id="{8F1CA0D5-06FF-4D1F-B534-1DFFCB23EA7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833281" y="2207063"/>
            <a:ext cx="3120238" cy="312023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txBody>
          <a:bodyPr vert="horz" lIns="0" tIns="0" rIns="0" bIns="0" rtlCol="1" anchor="ctr">
            <a:noAutofit/>
          </a:bodyPr>
          <a:lstStyle>
            <a:lvl1pPr marL="0" indent="0" algn="ctr" rtl="1">
              <a:buNone/>
              <a:defRPr lang="en-ZA" sz="1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عنوان المقطع</a:t>
            </a: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l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ar-SA"/>
              <a:t>إضافة تذييل</a:t>
            </a:r>
            <a:endParaRPr lang="ar-SA" dirty="0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5" name="عنصر نائب للنص 5">
            <a:extLst>
              <a:ext uri="{FF2B5EF4-FFF2-40B4-BE49-F238E27FC236}">
                <a16:creationId xmlns:a16="http://schemas.microsoft.com/office/drawing/2014/main" id="{AF8E62C6-0CCA-4909-AE69-A32ED6AC06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sp>
        <p:nvSpPr>
          <p:cNvPr id="16" name="عنصر نائب للنص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flipH="1">
            <a:off x="7721453" y="2205688"/>
            <a:ext cx="2811618" cy="1440000"/>
          </a:xfrm>
          <a:prstGeom prst="rect">
            <a:avLst/>
          </a:prstGeom>
          <a:noFill/>
        </p:spPr>
        <p:txBody>
          <a:bodyPr rtlCol="1" anchor="b"/>
          <a:lstStyle>
            <a:lvl1pPr marL="0" indent="0" algn="ctr" rtl="1">
              <a:spcBef>
                <a:spcPts val="0"/>
              </a:spcBef>
              <a:spcAft>
                <a:spcPts val="0"/>
              </a:spcAft>
              <a:buNone/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1</a:t>
            </a:r>
          </a:p>
        </p:txBody>
      </p:sp>
      <p:sp>
        <p:nvSpPr>
          <p:cNvPr id="17" name="عنصر نائب للنص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4047566" y="2205688"/>
            <a:ext cx="2811618" cy="1440000"/>
          </a:xfrm>
          <a:prstGeom prst="rect">
            <a:avLst/>
          </a:prstGeom>
          <a:noFill/>
        </p:spPr>
        <p:txBody>
          <a:bodyPr vert="horz" lIns="0" tIns="0" rIns="0" bIns="0" rtlCol="1" anchor="b">
            <a:noAutofit/>
          </a:bodyPr>
          <a:lstStyle>
            <a:lvl1pPr marL="0" indent="0" algn="ctr" rtl="1">
              <a:spcBef>
                <a:spcPts val="0"/>
              </a:spcBef>
              <a:spcAft>
                <a:spcPts val="0"/>
              </a:spcAft>
              <a:buNone/>
              <a:defRPr lang="en-ZA" sz="6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2</a:t>
            </a:r>
          </a:p>
        </p:txBody>
      </p:sp>
      <p:sp>
        <p:nvSpPr>
          <p:cNvPr id="18" name="عنصر نائب للنص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1047856" y="2205688"/>
            <a:ext cx="2597043" cy="1440000"/>
          </a:xfrm>
          <a:prstGeom prst="rect">
            <a:avLst/>
          </a:prstGeom>
          <a:noFill/>
        </p:spPr>
        <p:txBody>
          <a:bodyPr vert="horz" lIns="0" tIns="0" rIns="0" bIns="0" rtlCol="1" anchor="b">
            <a:noAutofit/>
          </a:bodyPr>
          <a:lstStyle>
            <a:lvl1pPr marL="0" indent="0" algn="ctr" rtl="1">
              <a:spcBef>
                <a:spcPts val="0"/>
              </a:spcBef>
              <a:spcAft>
                <a:spcPts val="0"/>
              </a:spcAft>
              <a:buNone/>
              <a:defRPr lang="en-ZA" sz="6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3</a:t>
            </a:r>
          </a:p>
        </p:txBody>
      </p:sp>
      <p:sp>
        <p:nvSpPr>
          <p:cNvPr id="19" name="عنصر نائب للمحتوى 3">
            <a:extLst>
              <a:ext uri="{FF2B5EF4-FFF2-40B4-BE49-F238E27FC236}">
                <a16:creationId xmlns:a16="http://schemas.microsoft.com/office/drawing/2014/main" id="{B1F9D630-F36F-43B5-B6A8-62245E084C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 flipH="1">
            <a:off x="8137261" y="4243333"/>
            <a:ext cx="1980000" cy="72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المقطع</a:t>
            </a:r>
          </a:p>
        </p:txBody>
      </p:sp>
      <p:sp>
        <p:nvSpPr>
          <p:cNvPr id="20" name="عنصر نائب للنص 5">
            <a:extLst>
              <a:ext uri="{FF2B5EF4-FFF2-40B4-BE49-F238E27FC236}">
                <a16:creationId xmlns:a16="http://schemas.microsoft.com/office/drawing/2014/main" id="{7488A707-03CD-495D-B761-9F9DAE92C6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flipH="1">
            <a:off x="4463375" y="4243333"/>
            <a:ext cx="1980000" cy="72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المقطع</a:t>
            </a:r>
          </a:p>
        </p:txBody>
      </p:sp>
      <p:sp>
        <p:nvSpPr>
          <p:cNvPr id="21" name="عنصر نائب للنص 9">
            <a:extLst>
              <a:ext uri="{FF2B5EF4-FFF2-40B4-BE49-F238E27FC236}">
                <a16:creationId xmlns:a16="http://schemas.microsoft.com/office/drawing/2014/main" id="{99A33CFC-3C95-43CD-92E8-05A5E6D98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403400" y="4243333"/>
            <a:ext cx="1980000" cy="720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وصف المقطع</a:t>
            </a:r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047CF562-A700-49C4-A50C-2A49B19BC7BF}"/>
              </a:ext>
            </a:extLst>
          </p:cNvPr>
          <p:cNvSpPr txBox="1">
            <a:spLocks/>
          </p:cNvSpPr>
          <p:nvPr userDrawn="1"/>
        </p:nvSpPr>
        <p:spPr>
          <a:xfrm flipH="1">
            <a:off x="6953228" y="2993698"/>
            <a:ext cx="317688" cy="1544221"/>
          </a:xfrm>
          <a:custGeom>
            <a:avLst/>
            <a:gdLst>
              <a:gd name="connsiteX0" fmla="*/ 173971 w 317688"/>
              <a:gd name="connsiteY0" fmla="*/ 0 h 1544221"/>
              <a:gd name="connsiteX1" fmla="*/ 219948 w 317688"/>
              <a:gd name="connsiteY1" fmla="*/ 125619 h 1544221"/>
              <a:gd name="connsiteX2" fmla="*/ 317688 w 317688"/>
              <a:gd name="connsiteY2" fmla="*/ 772110 h 1544221"/>
              <a:gd name="connsiteX3" fmla="*/ 219948 w 317688"/>
              <a:gd name="connsiteY3" fmla="*/ 1418601 h 1544221"/>
              <a:gd name="connsiteX4" fmla="*/ 173971 w 317688"/>
              <a:gd name="connsiteY4" fmla="*/ 1544221 h 1544221"/>
              <a:gd name="connsiteX5" fmla="*/ 142832 w 317688"/>
              <a:gd name="connsiteY5" fmla="*/ 1479580 h 1544221"/>
              <a:gd name="connsiteX6" fmla="*/ 0 w 317688"/>
              <a:gd name="connsiteY6" fmla="*/ 772110 h 1544221"/>
              <a:gd name="connsiteX7" fmla="*/ 142832 w 317688"/>
              <a:gd name="connsiteY7" fmla="*/ 64641 h 1544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688" h="1544221">
                <a:moveTo>
                  <a:pt x="173971" y="0"/>
                </a:moveTo>
                <a:lnTo>
                  <a:pt x="219948" y="125619"/>
                </a:lnTo>
                <a:cubicBezTo>
                  <a:pt x="283469" y="329846"/>
                  <a:pt x="317688" y="546982"/>
                  <a:pt x="317688" y="772110"/>
                </a:cubicBezTo>
                <a:cubicBezTo>
                  <a:pt x="317688" y="997239"/>
                  <a:pt x="283469" y="1214375"/>
                  <a:pt x="219948" y="1418601"/>
                </a:cubicBezTo>
                <a:lnTo>
                  <a:pt x="173971" y="1544221"/>
                </a:lnTo>
                <a:lnTo>
                  <a:pt x="142832" y="1479580"/>
                </a:lnTo>
                <a:cubicBezTo>
                  <a:pt x="50859" y="1262132"/>
                  <a:pt x="0" y="1023060"/>
                  <a:pt x="0" y="772110"/>
                </a:cubicBezTo>
                <a:cubicBezTo>
                  <a:pt x="0" y="521160"/>
                  <a:pt x="50859" y="282088"/>
                  <a:pt x="142832" y="6464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0" rtlCol="1" anchor="ctr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lang="en-ZA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594DA0E5-4933-41D4-8C7B-70093A9DB34D}"/>
              </a:ext>
            </a:extLst>
          </p:cNvPr>
          <p:cNvSpPr txBox="1">
            <a:spLocks/>
          </p:cNvSpPr>
          <p:nvPr userDrawn="1"/>
        </p:nvSpPr>
        <p:spPr>
          <a:xfrm flipH="1">
            <a:off x="3635832" y="3054203"/>
            <a:ext cx="317687" cy="1423210"/>
          </a:xfrm>
          <a:custGeom>
            <a:avLst/>
            <a:gdLst>
              <a:gd name="connsiteX0" fmla="*/ 172863 w 317687"/>
              <a:gd name="connsiteY0" fmla="*/ 0 h 1423210"/>
              <a:gd name="connsiteX1" fmla="*/ 174856 w 317687"/>
              <a:gd name="connsiteY1" fmla="*/ 4136 h 1423210"/>
              <a:gd name="connsiteX2" fmla="*/ 317687 w 317687"/>
              <a:gd name="connsiteY2" fmla="*/ 711605 h 1423210"/>
              <a:gd name="connsiteX3" fmla="*/ 174856 w 317687"/>
              <a:gd name="connsiteY3" fmla="*/ 1419075 h 1423210"/>
              <a:gd name="connsiteX4" fmla="*/ 172864 w 317687"/>
              <a:gd name="connsiteY4" fmla="*/ 1423210 h 1423210"/>
              <a:gd name="connsiteX5" fmla="*/ 122602 w 317687"/>
              <a:gd name="connsiteY5" fmla="*/ 1318873 h 1423210"/>
              <a:gd name="connsiteX6" fmla="*/ 0 w 317687"/>
              <a:gd name="connsiteY6" fmla="*/ 711604 h 1423210"/>
              <a:gd name="connsiteX7" fmla="*/ 122602 w 317687"/>
              <a:gd name="connsiteY7" fmla="*/ 104335 h 142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687" h="1423210">
                <a:moveTo>
                  <a:pt x="172863" y="0"/>
                </a:moveTo>
                <a:lnTo>
                  <a:pt x="174856" y="4136"/>
                </a:lnTo>
                <a:cubicBezTo>
                  <a:pt x="266828" y="221583"/>
                  <a:pt x="317687" y="460655"/>
                  <a:pt x="317687" y="711605"/>
                </a:cubicBezTo>
                <a:cubicBezTo>
                  <a:pt x="317687" y="962555"/>
                  <a:pt x="266828" y="1201627"/>
                  <a:pt x="174856" y="1419075"/>
                </a:cubicBezTo>
                <a:lnTo>
                  <a:pt x="172864" y="1423210"/>
                </a:lnTo>
                <a:lnTo>
                  <a:pt x="122602" y="1318873"/>
                </a:lnTo>
                <a:cubicBezTo>
                  <a:pt x="43656" y="1132223"/>
                  <a:pt x="0" y="927012"/>
                  <a:pt x="0" y="711604"/>
                </a:cubicBezTo>
                <a:cubicBezTo>
                  <a:pt x="0" y="496197"/>
                  <a:pt x="43656" y="290985"/>
                  <a:pt x="122602" y="10433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1" anchor="ctr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lang="en-ZA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514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سهم: اليمين-اليسار 2">
            <a:extLst>
              <a:ext uri="{FF2B5EF4-FFF2-40B4-BE49-F238E27FC236}">
                <a16:creationId xmlns:a16="http://schemas.microsoft.com/office/drawing/2014/main" id="{CFAEDCAA-CDC7-47ED-A380-37E6ACCA8560}"/>
              </a:ext>
            </a:extLst>
          </p:cNvPr>
          <p:cNvSpPr/>
          <p:nvPr userDrawn="1"/>
        </p:nvSpPr>
        <p:spPr>
          <a:xfrm flipH="1">
            <a:off x="388278" y="3558496"/>
            <a:ext cx="11415443" cy="97190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سهم: اليمين-اليسار 13">
            <a:extLst>
              <a:ext uri="{FF2B5EF4-FFF2-40B4-BE49-F238E27FC236}">
                <a16:creationId xmlns:a16="http://schemas.microsoft.com/office/drawing/2014/main" id="{F9300B0F-E539-42E5-B7E4-21E21637BA8D}"/>
              </a:ext>
            </a:extLst>
          </p:cNvPr>
          <p:cNvSpPr/>
          <p:nvPr userDrawn="1"/>
        </p:nvSpPr>
        <p:spPr>
          <a:xfrm rot="16200000" flipH="1">
            <a:off x="3766821" y="3576211"/>
            <a:ext cx="4652357" cy="97190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10" name="عنصر نائب للنص 5">
            <a:extLst>
              <a:ext uri="{FF2B5EF4-FFF2-40B4-BE49-F238E27FC236}">
                <a16:creationId xmlns:a16="http://schemas.microsoft.com/office/drawing/2014/main" id="{6CD52AD9-4495-432B-B01C-26AAF0EAA8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flipH="1">
            <a:off x="5103000" y="951013"/>
            <a:ext cx="1980000" cy="252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عنوان رباعي</a:t>
            </a:r>
          </a:p>
        </p:txBody>
      </p:sp>
      <p:sp>
        <p:nvSpPr>
          <p:cNvPr id="11" name="عنصر نائب للنص 5">
            <a:extLst>
              <a:ext uri="{FF2B5EF4-FFF2-40B4-BE49-F238E27FC236}">
                <a16:creationId xmlns:a16="http://schemas.microsoft.com/office/drawing/2014/main" id="{23E8F54F-C5BD-4FE6-BB69-FEC69BC0FD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5103000" y="6046600"/>
            <a:ext cx="1980000" cy="252000"/>
          </a:xfrm>
        </p:spPr>
        <p:txBody>
          <a:bodyPr rtlCol="1"/>
          <a:lstStyle>
            <a:lvl1pPr marL="0" indent="0" algn="ctr" rtl="1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عنوان رباعي</a:t>
            </a:r>
          </a:p>
        </p:txBody>
      </p:sp>
      <p:sp>
        <p:nvSpPr>
          <p:cNvPr id="12" name="عنصر نائب للنص 5">
            <a:extLst>
              <a:ext uri="{FF2B5EF4-FFF2-40B4-BE49-F238E27FC236}">
                <a16:creationId xmlns:a16="http://schemas.microsoft.com/office/drawing/2014/main" id="{AF9EB7E7-72B3-4FD3-B153-815A53CB1B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9780000" y="3260393"/>
            <a:ext cx="1980000" cy="252000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عنوان رباعي</a:t>
            </a:r>
          </a:p>
        </p:txBody>
      </p:sp>
      <p:sp>
        <p:nvSpPr>
          <p:cNvPr id="13" name="عنصر نائب للنص 5">
            <a:extLst>
              <a:ext uri="{FF2B5EF4-FFF2-40B4-BE49-F238E27FC236}">
                <a16:creationId xmlns:a16="http://schemas.microsoft.com/office/drawing/2014/main" id="{139AE34A-A4BE-43AA-9A69-9A18D5FC53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419999" y="3260393"/>
            <a:ext cx="1980000" cy="252000"/>
          </a:xfrm>
        </p:spPr>
        <p:txBody>
          <a:bodyPr rtlCol="1"/>
          <a:lstStyle>
            <a:lvl1pPr marL="0" indent="0" algn="l" rtl="1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عنوان رباعي</a:t>
            </a:r>
          </a:p>
        </p:txBody>
      </p:sp>
    </p:spTree>
    <p:extLst>
      <p:ext uri="{BB962C8B-B14F-4D97-AF65-F5344CB8AC3E}">
        <p14:creationId xmlns:p14="http://schemas.microsoft.com/office/powerpoint/2010/main" val="431150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noProof="0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noProof="0" smtClean="0"/>
              <a:pPr/>
              <a:t>‹#›</a:t>
            </a:fld>
            <a:endParaRPr lang="ar-SA" noProof="0" dirty="0"/>
          </a:p>
        </p:txBody>
      </p:sp>
      <p:sp>
        <p:nvSpPr>
          <p:cNvPr id="5" name="عنصر نائب للنص 5">
            <a:extLst>
              <a:ext uri="{FF2B5EF4-FFF2-40B4-BE49-F238E27FC236}">
                <a16:creationId xmlns:a16="http://schemas.microsoft.com/office/drawing/2014/main" id="{9C2BB107-6CD7-47EE-9C59-5345A7F63B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sp>
        <p:nvSpPr>
          <p:cNvPr id="8" name="عنصر نائب للمحتوى 2">
            <a:extLst>
              <a:ext uri="{FF2B5EF4-FFF2-40B4-BE49-F238E27FC236}">
                <a16:creationId xmlns:a16="http://schemas.microsoft.com/office/drawing/2014/main" id="{3103194D-3DB5-46F8-9ACE-B2B142B87BE9}"/>
              </a:ext>
            </a:extLst>
          </p:cNvPr>
          <p:cNvSpPr>
            <a:spLocks noGrp="1"/>
          </p:cNvSpPr>
          <p:nvPr>
            <p:ph idx="14"/>
          </p:nvPr>
        </p:nvSpPr>
        <p:spPr>
          <a:xfrm flipH="1">
            <a:off x="8422225" y="2673626"/>
            <a:ext cx="2975206" cy="3269974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 rtlCol="1"/>
          <a:lstStyle>
            <a:lvl1pPr marL="266700" indent="-266700" algn="r" rtl="1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9" name="عنصر نائب للمحتوى 2">
            <a:extLst>
              <a:ext uri="{FF2B5EF4-FFF2-40B4-BE49-F238E27FC236}">
                <a16:creationId xmlns:a16="http://schemas.microsoft.com/office/drawing/2014/main" id="{3569837A-DE3B-4C2A-B811-BCC93B8681FC}"/>
              </a:ext>
            </a:extLst>
          </p:cNvPr>
          <p:cNvSpPr>
            <a:spLocks noGrp="1"/>
          </p:cNvSpPr>
          <p:nvPr>
            <p:ph idx="15"/>
          </p:nvPr>
        </p:nvSpPr>
        <p:spPr>
          <a:xfrm flipH="1">
            <a:off x="4602397" y="2673626"/>
            <a:ext cx="2975206" cy="3269974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 rtlCol="1"/>
          <a:lstStyle>
            <a:lvl1pPr marL="266700" indent="-266700" algn="r" rtl="1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10" name="عنصر نائب للمحتوى 2">
            <a:extLst>
              <a:ext uri="{FF2B5EF4-FFF2-40B4-BE49-F238E27FC236}">
                <a16:creationId xmlns:a16="http://schemas.microsoft.com/office/drawing/2014/main" id="{A914D45E-73D5-4807-A6F8-1A996A31F7F2}"/>
              </a:ext>
            </a:extLst>
          </p:cNvPr>
          <p:cNvSpPr>
            <a:spLocks noGrp="1"/>
          </p:cNvSpPr>
          <p:nvPr>
            <p:ph idx="16"/>
          </p:nvPr>
        </p:nvSpPr>
        <p:spPr>
          <a:xfrm flipH="1">
            <a:off x="782569" y="2673626"/>
            <a:ext cx="2975206" cy="3269974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 rtlCol="1"/>
          <a:lstStyle>
            <a:lvl1pPr marL="266700" indent="-266700" algn="r" rtl="1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buClr>
                <a:schemeClr val="tx1">
                  <a:lumMod val="75000"/>
                  <a:lumOff val="25000"/>
                </a:schemeClr>
              </a:buCl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11" name="عنصر نائب للمحتوى 2">
            <a:extLst>
              <a:ext uri="{FF2B5EF4-FFF2-40B4-BE49-F238E27FC236}">
                <a16:creationId xmlns:a16="http://schemas.microsoft.com/office/drawing/2014/main" id="{20206252-95E9-4C8F-8EB4-26F27AC6FB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 flipH="1">
            <a:off x="8422225" y="1728000"/>
            <a:ext cx="2975206" cy="720000"/>
          </a:xfrm>
          <a:noFill/>
          <a:ln w="28575">
            <a:noFill/>
          </a:ln>
        </p:spPr>
        <p:txBody>
          <a:bodyPr lIns="108000" tIns="36000" rIns="108000" bIns="36000" rtlCol="1" anchor="ctr"/>
          <a:lstStyle>
            <a:lvl1pPr marL="0" indent="0" algn="ctr" rtl="1">
              <a:buNone/>
              <a:defRPr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عنوان المقطع 1</a:t>
            </a:r>
          </a:p>
        </p:txBody>
      </p:sp>
      <p:sp>
        <p:nvSpPr>
          <p:cNvPr id="12" name="عنصر نائب للمحتوى 2">
            <a:extLst>
              <a:ext uri="{FF2B5EF4-FFF2-40B4-BE49-F238E27FC236}">
                <a16:creationId xmlns:a16="http://schemas.microsoft.com/office/drawing/2014/main" id="{9256C163-60A0-49AC-9FEA-A56ACF30FA3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 flipH="1">
            <a:off x="4602397" y="1728000"/>
            <a:ext cx="2975206" cy="720000"/>
          </a:xfrm>
          <a:noFill/>
          <a:ln w="28575">
            <a:noFill/>
          </a:ln>
        </p:spPr>
        <p:txBody>
          <a:bodyPr lIns="108000" tIns="36000" rIns="108000" bIns="36000" rtlCol="1" anchor="ctr"/>
          <a:lstStyle>
            <a:lvl1pPr marL="0" indent="0" algn="ctr" rtl="1">
              <a:buNone/>
              <a:defRPr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عنوان المقطع 2</a:t>
            </a:r>
          </a:p>
        </p:txBody>
      </p:sp>
      <p:sp>
        <p:nvSpPr>
          <p:cNvPr id="13" name="عنصر نائب للمحتوى 2">
            <a:extLst>
              <a:ext uri="{FF2B5EF4-FFF2-40B4-BE49-F238E27FC236}">
                <a16:creationId xmlns:a16="http://schemas.microsoft.com/office/drawing/2014/main" id="{FAF68729-4DB7-4514-BF22-9950FB3ECC3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 flipH="1">
            <a:off x="782569" y="1728000"/>
            <a:ext cx="2975206" cy="720000"/>
          </a:xfrm>
          <a:noFill/>
          <a:ln w="28575">
            <a:noFill/>
          </a:ln>
        </p:spPr>
        <p:txBody>
          <a:bodyPr lIns="108000" tIns="36000" rIns="108000" bIns="36000" rtlCol="1" anchor="ctr"/>
          <a:lstStyle>
            <a:lvl1pPr marL="0" indent="0" algn="ctr" rtl="1">
              <a:buNone/>
              <a:defRPr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عنوان المقطع 3</a:t>
            </a:r>
          </a:p>
        </p:txBody>
      </p:sp>
      <p:sp>
        <p:nvSpPr>
          <p:cNvPr id="14" name="مستطيل 6">
            <a:extLst>
              <a:ext uri="{FF2B5EF4-FFF2-40B4-BE49-F238E27FC236}">
                <a16:creationId xmlns:a16="http://schemas.microsoft.com/office/drawing/2014/main" id="{567F4AE9-9C59-4A3C-9E27-EFC9EE499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22225" y="2344813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مستطيل 6">
            <a:extLst>
              <a:ext uri="{FF2B5EF4-FFF2-40B4-BE49-F238E27FC236}">
                <a16:creationId xmlns:a16="http://schemas.microsoft.com/office/drawing/2014/main" id="{3DA09F5A-AF46-4646-A84F-35C1002AF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422225" y="1656000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مستطيل 6">
            <a:extLst>
              <a:ext uri="{FF2B5EF4-FFF2-40B4-BE49-F238E27FC236}">
                <a16:creationId xmlns:a16="http://schemas.microsoft.com/office/drawing/2014/main" id="{36D8447C-AA9F-491F-8EE4-A151146D1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08397" y="2344813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مستطيل 6">
            <a:extLst>
              <a:ext uri="{FF2B5EF4-FFF2-40B4-BE49-F238E27FC236}">
                <a16:creationId xmlns:a16="http://schemas.microsoft.com/office/drawing/2014/main" id="{826B47AC-1601-4AA8-BEB3-930A9A37F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608397" y="1656000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مستطيل 6">
            <a:extLst>
              <a:ext uri="{FF2B5EF4-FFF2-40B4-BE49-F238E27FC236}">
                <a16:creationId xmlns:a16="http://schemas.microsoft.com/office/drawing/2014/main" id="{EFC9E01C-1D66-47F5-B8D1-BF604162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82568" y="2344813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مستطيل 6">
            <a:extLst>
              <a:ext uri="{FF2B5EF4-FFF2-40B4-BE49-F238E27FC236}">
                <a16:creationId xmlns:a16="http://schemas.microsoft.com/office/drawing/2014/main" id="{9F5FC000-6DCF-4A02-B144-CC77E752D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82568" y="1656000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" name="الرسم 19" descr="سهم لليسار">
            <a:extLst>
              <a:ext uri="{FF2B5EF4-FFF2-40B4-BE49-F238E27FC236}">
                <a16:creationId xmlns:a16="http://schemas.microsoft.com/office/drawing/2014/main" id="{74A090BA-639F-4C16-9838-60A32BE3A1D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89694" y="3932250"/>
            <a:ext cx="220441" cy="376363"/>
          </a:xfrm>
          <a:prstGeom prst="rect">
            <a:avLst/>
          </a:prstGeom>
        </p:spPr>
      </p:pic>
      <p:pic>
        <p:nvPicPr>
          <p:cNvPr id="21" name="رسم 20" descr="سهم لليسار">
            <a:extLst>
              <a:ext uri="{FF2B5EF4-FFF2-40B4-BE49-F238E27FC236}">
                <a16:creationId xmlns:a16="http://schemas.microsoft.com/office/drawing/2014/main" id="{DF58D762-A719-4FC3-BF9E-7B858F0D91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9866" y="3932250"/>
            <a:ext cx="220441" cy="37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49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5" name="عنصر نائب للنص 5">
            <a:extLst>
              <a:ext uri="{FF2B5EF4-FFF2-40B4-BE49-F238E27FC236}">
                <a16:creationId xmlns:a16="http://schemas.microsoft.com/office/drawing/2014/main" id="{9C2BB107-6CD7-47EE-9C59-5345A7F63B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sp>
        <p:nvSpPr>
          <p:cNvPr id="9" name="عنصر نائب للنص 10">
            <a:extLst>
              <a:ext uri="{FF2B5EF4-FFF2-40B4-BE49-F238E27FC236}">
                <a16:creationId xmlns:a16="http://schemas.microsoft.com/office/drawing/2014/main" id="{7811C96E-0DEE-4C3C-914D-3D8E37D685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11267041" y="4173151"/>
            <a:ext cx="608493" cy="201776"/>
          </a:xfrm>
        </p:spPr>
        <p:txBody>
          <a:bodyPr rtlCol="1" anchor="ctr"/>
          <a:lstStyle>
            <a:lvl1pPr marL="0" indent="0" algn="ctr" rtl="1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السنة</a:t>
            </a:r>
          </a:p>
        </p:txBody>
      </p:sp>
      <p:sp>
        <p:nvSpPr>
          <p:cNvPr id="10" name="عنصر نائب للنص 10">
            <a:extLst>
              <a:ext uri="{FF2B5EF4-FFF2-40B4-BE49-F238E27FC236}">
                <a16:creationId xmlns:a16="http://schemas.microsoft.com/office/drawing/2014/main" id="{401495E4-6A47-4169-8AF4-736F7CF55C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flipH="1">
            <a:off x="11382376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11" name="عنصر نائب للنص 10">
            <a:extLst>
              <a:ext uri="{FF2B5EF4-FFF2-40B4-BE49-F238E27FC236}">
                <a16:creationId xmlns:a16="http://schemas.microsoft.com/office/drawing/2014/main" id="{4A350147-917D-4020-B9C3-CE41143A10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10910359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12" name="عنصر نائب للنص 10">
            <a:extLst>
              <a:ext uri="{FF2B5EF4-FFF2-40B4-BE49-F238E27FC236}">
                <a16:creationId xmlns:a16="http://schemas.microsoft.com/office/drawing/2014/main" id="{595A6F9E-88A2-46C6-B4B4-642D65C42C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 flipH="1">
            <a:off x="10438342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13" name="عنصر نائب للنص 10">
            <a:extLst>
              <a:ext uri="{FF2B5EF4-FFF2-40B4-BE49-F238E27FC236}">
                <a16:creationId xmlns:a16="http://schemas.microsoft.com/office/drawing/2014/main" id="{11C0F1C3-D7E3-418A-8706-CD257C1F5B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9966325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14" name="عنصر نائب للنص 10">
            <a:extLst>
              <a:ext uri="{FF2B5EF4-FFF2-40B4-BE49-F238E27FC236}">
                <a16:creationId xmlns:a16="http://schemas.microsoft.com/office/drawing/2014/main" id="{105D759B-EB6D-4560-B0B8-1F7EB7D1B8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 flipH="1">
            <a:off x="5602841" y="4173151"/>
            <a:ext cx="608493" cy="201776"/>
          </a:xfrm>
        </p:spPr>
        <p:txBody>
          <a:bodyPr rtlCol="1" anchor="ctr"/>
          <a:lstStyle>
            <a:lvl1pPr marL="0" indent="0" algn="ctr" rtl="1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السنة</a:t>
            </a:r>
          </a:p>
        </p:txBody>
      </p:sp>
      <p:sp>
        <p:nvSpPr>
          <p:cNvPr id="15" name="عنصر نائب للنص 10">
            <a:extLst>
              <a:ext uri="{FF2B5EF4-FFF2-40B4-BE49-F238E27FC236}">
                <a16:creationId xmlns:a16="http://schemas.microsoft.com/office/drawing/2014/main" id="{8715823E-52F8-49ED-9EC8-E99ED0915B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9494308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16" name="عنصر نائب للنص 10">
            <a:extLst>
              <a:ext uri="{FF2B5EF4-FFF2-40B4-BE49-F238E27FC236}">
                <a16:creationId xmlns:a16="http://schemas.microsoft.com/office/drawing/2014/main" id="{7DF700D5-2F9B-4B15-92CF-1052851D5E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9022291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17" name="عنصر نائب للنص 10">
            <a:extLst>
              <a:ext uri="{FF2B5EF4-FFF2-40B4-BE49-F238E27FC236}">
                <a16:creationId xmlns:a16="http://schemas.microsoft.com/office/drawing/2014/main" id="{BB40768A-A2DB-44AA-89F5-071BCE4D9F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8550273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18" name="عنصر نائب للنص 10">
            <a:extLst>
              <a:ext uri="{FF2B5EF4-FFF2-40B4-BE49-F238E27FC236}">
                <a16:creationId xmlns:a16="http://schemas.microsoft.com/office/drawing/2014/main" id="{16D07EB6-011E-4F65-9F28-20CAB54640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flipH="1">
            <a:off x="7134223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19" name="عنصر نائب للنص 10">
            <a:extLst>
              <a:ext uri="{FF2B5EF4-FFF2-40B4-BE49-F238E27FC236}">
                <a16:creationId xmlns:a16="http://schemas.microsoft.com/office/drawing/2014/main" id="{105B8381-43DD-41A0-A705-D1255AC449A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flipH="1">
            <a:off x="8078257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0" name="عنصر نائب للنص 10">
            <a:extLst>
              <a:ext uri="{FF2B5EF4-FFF2-40B4-BE49-F238E27FC236}">
                <a16:creationId xmlns:a16="http://schemas.microsoft.com/office/drawing/2014/main" id="{C178CB7C-93FB-40C1-9170-B99EF8EE9E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flipH="1">
            <a:off x="7606240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1" name="عنصر نائب للنص 10">
            <a:extLst>
              <a:ext uri="{FF2B5EF4-FFF2-40B4-BE49-F238E27FC236}">
                <a16:creationId xmlns:a16="http://schemas.microsoft.com/office/drawing/2014/main" id="{A2B65EAF-1F60-417C-B138-F72EFEBF6D8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flipH="1">
            <a:off x="6662206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2" name="عنصر نائب للنص 10">
            <a:extLst>
              <a:ext uri="{FF2B5EF4-FFF2-40B4-BE49-F238E27FC236}">
                <a16:creationId xmlns:a16="http://schemas.microsoft.com/office/drawing/2014/main" id="{76D120F4-A640-421C-B1F8-406158CFBC8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flipH="1">
            <a:off x="6190189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3" name="عنصر نائب للنص 10">
            <a:extLst>
              <a:ext uri="{FF2B5EF4-FFF2-40B4-BE49-F238E27FC236}">
                <a16:creationId xmlns:a16="http://schemas.microsoft.com/office/drawing/2014/main" id="{BBD14391-1DC8-4D56-951F-25C5BDB3921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flipH="1">
            <a:off x="5718176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4" name="عنصر نائب للنص 10">
            <a:extLst>
              <a:ext uri="{FF2B5EF4-FFF2-40B4-BE49-F238E27FC236}">
                <a16:creationId xmlns:a16="http://schemas.microsoft.com/office/drawing/2014/main" id="{93FC04C9-D1DE-47BA-8D50-6D762B72B8F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flipH="1">
            <a:off x="5246163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5" name="عنصر نائب للنص 10">
            <a:extLst>
              <a:ext uri="{FF2B5EF4-FFF2-40B4-BE49-F238E27FC236}">
                <a16:creationId xmlns:a16="http://schemas.microsoft.com/office/drawing/2014/main" id="{B8FB174F-BC80-4817-90C7-42F90C797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 flipH="1">
            <a:off x="4774146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6" name="عنصر نائب للنص 10">
            <a:extLst>
              <a:ext uri="{FF2B5EF4-FFF2-40B4-BE49-F238E27FC236}">
                <a16:creationId xmlns:a16="http://schemas.microsoft.com/office/drawing/2014/main" id="{E896FB65-5B08-4993-8523-822688BB2A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 flipH="1">
            <a:off x="4302129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7" name="عنصر نائب للنص 10">
            <a:extLst>
              <a:ext uri="{FF2B5EF4-FFF2-40B4-BE49-F238E27FC236}">
                <a16:creationId xmlns:a16="http://schemas.microsoft.com/office/drawing/2014/main" id="{DBAF247D-367F-4524-9E85-4B66631D530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 flipH="1">
            <a:off x="3830112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8" name="عنصر نائب للنص 10">
            <a:extLst>
              <a:ext uri="{FF2B5EF4-FFF2-40B4-BE49-F238E27FC236}">
                <a16:creationId xmlns:a16="http://schemas.microsoft.com/office/drawing/2014/main" id="{4F9BFDEC-4D89-4C8E-A3D9-A6DF0297F7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flipH="1">
            <a:off x="3358095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29" name="عنصر نائب للنص 10">
            <a:extLst>
              <a:ext uri="{FF2B5EF4-FFF2-40B4-BE49-F238E27FC236}">
                <a16:creationId xmlns:a16="http://schemas.microsoft.com/office/drawing/2014/main" id="{9C08EC58-18EC-4890-94D6-2422A6BBA8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 flipH="1">
            <a:off x="2886078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30" name="عنصر نائب للنص 10">
            <a:extLst>
              <a:ext uri="{FF2B5EF4-FFF2-40B4-BE49-F238E27FC236}">
                <a16:creationId xmlns:a16="http://schemas.microsoft.com/office/drawing/2014/main" id="{D360A36A-7282-4045-B0DF-503E6A97BA4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 flipH="1">
            <a:off x="1470027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31" name="عنصر نائب للنص 10">
            <a:extLst>
              <a:ext uri="{FF2B5EF4-FFF2-40B4-BE49-F238E27FC236}">
                <a16:creationId xmlns:a16="http://schemas.microsoft.com/office/drawing/2014/main" id="{5F5960EF-7F51-41A0-9E73-D2F727AB3F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 flipH="1">
            <a:off x="2414061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32" name="عنصر نائب للنص 10">
            <a:extLst>
              <a:ext uri="{FF2B5EF4-FFF2-40B4-BE49-F238E27FC236}">
                <a16:creationId xmlns:a16="http://schemas.microsoft.com/office/drawing/2014/main" id="{9F81D711-9D82-42A4-8AB2-12D1F4490A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 flipH="1">
            <a:off x="1942044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33" name="عنصر نائب للنص 10">
            <a:extLst>
              <a:ext uri="{FF2B5EF4-FFF2-40B4-BE49-F238E27FC236}">
                <a16:creationId xmlns:a16="http://schemas.microsoft.com/office/drawing/2014/main" id="{0A2E5DCC-5FCD-4396-9980-17ECD06BB37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 flipH="1">
            <a:off x="998010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34" name="عنصر نائب للنص 10">
            <a:extLst>
              <a:ext uri="{FF2B5EF4-FFF2-40B4-BE49-F238E27FC236}">
                <a16:creationId xmlns:a16="http://schemas.microsoft.com/office/drawing/2014/main" id="{A3860367-6AF8-4009-AE8B-33DEE49D177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 flipH="1">
            <a:off x="525993" y="3724159"/>
            <a:ext cx="377825" cy="201776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MM</a:t>
            </a:r>
          </a:p>
        </p:txBody>
      </p:sp>
      <p:sp>
        <p:nvSpPr>
          <p:cNvPr id="35" name="عنصر نائب للنص 3">
            <a:extLst>
              <a:ext uri="{FF2B5EF4-FFF2-40B4-BE49-F238E27FC236}">
                <a16:creationId xmlns:a16="http://schemas.microsoft.com/office/drawing/2014/main" id="{EC5BA522-ACA2-41E7-8167-4CAD19A343D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 flipH="1">
            <a:off x="5037137" y="2190750"/>
            <a:ext cx="1793875" cy="561975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tIns="36000" rtlCol="1" anchor="t"/>
          <a:lstStyle>
            <a:lvl1pPr marL="0" indent="0" algn="ctr" rtl="1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عنوان عنصر</a:t>
            </a:r>
          </a:p>
        </p:txBody>
      </p:sp>
      <p:sp>
        <p:nvSpPr>
          <p:cNvPr id="36" name="عنصر نائب للنص 36">
            <a:extLst>
              <a:ext uri="{FF2B5EF4-FFF2-40B4-BE49-F238E27FC236}">
                <a16:creationId xmlns:a16="http://schemas.microsoft.com/office/drawing/2014/main" id="{3FE4D07D-18EE-4015-BE1A-670EF5502F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 flipH="1">
            <a:off x="5088866" y="2505005"/>
            <a:ext cx="1690417" cy="224670"/>
          </a:xfrm>
        </p:spPr>
        <p:txBody>
          <a:bodyPr rtlCol="1"/>
          <a:lstStyle>
            <a:lvl1pPr marL="0" indent="0" algn="ctr" rtl="1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الشهر، السنة</a:t>
            </a:r>
          </a:p>
        </p:txBody>
      </p:sp>
      <p:sp>
        <p:nvSpPr>
          <p:cNvPr id="37" name="سهم: اليسار 36">
            <a:extLst>
              <a:ext uri="{FF2B5EF4-FFF2-40B4-BE49-F238E27FC236}">
                <a16:creationId xmlns:a16="http://schemas.microsoft.com/office/drawing/2014/main" id="{A21A7A3E-FAE9-412E-9085-C5396DD58558}"/>
              </a:ext>
            </a:extLst>
          </p:cNvPr>
          <p:cNvSpPr/>
          <p:nvPr userDrawn="1"/>
        </p:nvSpPr>
        <p:spPr>
          <a:xfrm flipH="1">
            <a:off x="388278" y="4008086"/>
            <a:ext cx="11415443" cy="97190"/>
          </a:xfrm>
          <a:prstGeom prst="rightArrow">
            <a:avLst>
              <a:gd name="adj1" fmla="val 100000"/>
              <a:gd name="adj2" fmla="val 859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082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5" name="عنصر نائب للنص 5">
            <a:extLst>
              <a:ext uri="{FF2B5EF4-FFF2-40B4-BE49-F238E27FC236}">
                <a16:creationId xmlns:a16="http://schemas.microsoft.com/office/drawing/2014/main" id="{9C2BB107-6CD7-47EE-9C59-5345A7F63B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sp>
        <p:nvSpPr>
          <p:cNvPr id="8" name="عنصر نائب للصورة 4">
            <a:extLst>
              <a:ext uri="{FF2B5EF4-FFF2-40B4-BE49-F238E27FC236}">
                <a16:creationId xmlns:a16="http://schemas.microsoft.com/office/drawing/2014/main" id="{85FDB45C-8129-42FD-85BB-977F66FEA7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 flipH="1">
            <a:off x="10326718" y="2319681"/>
            <a:ext cx="1352367" cy="1352367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إدراج الصورة أو سحبها وإفلاتها هنا</a:t>
            </a:r>
          </a:p>
        </p:txBody>
      </p:sp>
      <p:sp>
        <p:nvSpPr>
          <p:cNvPr id="9" name="عنصر نائب للنص 8">
            <a:extLst>
              <a:ext uri="{FF2B5EF4-FFF2-40B4-BE49-F238E27FC236}">
                <a16:creationId xmlns:a16="http://schemas.microsoft.com/office/drawing/2014/main" id="{65BC675B-B0CF-41E3-9A61-5C9C818586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8432717" y="2319681"/>
            <a:ext cx="1703313" cy="701538"/>
          </a:xfrm>
        </p:spPr>
        <p:txBody>
          <a:bodyPr rtlCol="1" anchor="t"/>
          <a:lstStyle>
            <a:lvl1pPr marL="0" indent="0" algn="r" rtl="1">
              <a:buFont typeface="Arial" panose="020B0604020202020204" pitchFamily="34" charset="0"/>
              <a:buNone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الاسم</a:t>
            </a:r>
          </a:p>
        </p:txBody>
      </p:sp>
      <p:sp>
        <p:nvSpPr>
          <p:cNvPr id="10" name="عنصر نائب للنص 10">
            <a:extLst>
              <a:ext uri="{FF2B5EF4-FFF2-40B4-BE49-F238E27FC236}">
                <a16:creationId xmlns:a16="http://schemas.microsoft.com/office/drawing/2014/main" id="{B199D9B2-D8DF-4F6F-9076-9976C85EA4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8432717" y="3800064"/>
            <a:ext cx="3246368" cy="180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سيرة قصيرة</a:t>
            </a:r>
          </a:p>
        </p:txBody>
      </p:sp>
      <p:sp>
        <p:nvSpPr>
          <p:cNvPr id="11" name="عنصر نائب للنص 8">
            <a:extLst>
              <a:ext uri="{FF2B5EF4-FFF2-40B4-BE49-F238E27FC236}">
                <a16:creationId xmlns:a16="http://schemas.microsoft.com/office/drawing/2014/main" id="{F83D3F97-C129-418E-B4E5-27919687902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8432717" y="3055171"/>
            <a:ext cx="1703313" cy="245885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140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العنوان</a:t>
            </a:r>
          </a:p>
        </p:txBody>
      </p:sp>
      <p:sp>
        <p:nvSpPr>
          <p:cNvPr id="12" name="عنصر نائب للصورة 4">
            <a:extLst>
              <a:ext uri="{FF2B5EF4-FFF2-40B4-BE49-F238E27FC236}">
                <a16:creationId xmlns:a16="http://schemas.microsoft.com/office/drawing/2014/main" id="{559091DF-E0B7-4867-B43C-3B02311C64A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 flipH="1">
            <a:off x="6316420" y="2319681"/>
            <a:ext cx="1352367" cy="1352367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إدراج الصورة أو سحبها وإفلاتها هنا</a:t>
            </a:r>
          </a:p>
        </p:txBody>
      </p:sp>
      <p:sp>
        <p:nvSpPr>
          <p:cNvPr id="13" name="عنصر نائب للنص 8">
            <a:extLst>
              <a:ext uri="{FF2B5EF4-FFF2-40B4-BE49-F238E27FC236}">
                <a16:creationId xmlns:a16="http://schemas.microsoft.com/office/drawing/2014/main" id="{B89D4389-4870-4BAE-B233-955685FCBC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4426702" y="2319681"/>
            <a:ext cx="1703313" cy="701538"/>
          </a:xfrm>
        </p:spPr>
        <p:txBody>
          <a:bodyPr rtlCol="1" anchor="t"/>
          <a:lstStyle>
            <a:lvl1pPr marL="0" indent="0" algn="r" rtl="1">
              <a:buFont typeface="Arial" panose="020B0604020202020204" pitchFamily="34" charset="0"/>
              <a:buNone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الاسم</a:t>
            </a:r>
          </a:p>
        </p:txBody>
      </p:sp>
      <p:sp>
        <p:nvSpPr>
          <p:cNvPr id="14" name="عنصر نائب للنص 10">
            <a:extLst>
              <a:ext uri="{FF2B5EF4-FFF2-40B4-BE49-F238E27FC236}">
                <a16:creationId xmlns:a16="http://schemas.microsoft.com/office/drawing/2014/main" id="{27F961F7-987F-4B95-AC48-08F4331BE90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 flipH="1">
            <a:off x="4426702" y="3800064"/>
            <a:ext cx="3246368" cy="180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سيرة قصيرة</a:t>
            </a:r>
          </a:p>
        </p:txBody>
      </p:sp>
      <p:sp>
        <p:nvSpPr>
          <p:cNvPr id="15" name="عنصر نائب للنص 8">
            <a:extLst>
              <a:ext uri="{FF2B5EF4-FFF2-40B4-BE49-F238E27FC236}">
                <a16:creationId xmlns:a16="http://schemas.microsoft.com/office/drawing/2014/main" id="{586A8311-6FEF-4231-B5DD-80FA52F5272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4426702" y="3055171"/>
            <a:ext cx="1703313" cy="245885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140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العنوان</a:t>
            </a:r>
          </a:p>
        </p:txBody>
      </p:sp>
      <p:sp>
        <p:nvSpPr>
          <p:cNvPr id="16" name="عنصر نائب للصورة 4">
            <a:extLst>
              <a:ext uri="{FF2B5EF4-FFF2-40B4-BE49-F238E27FC236}">
                <a16:creationId xmlns:a16="http://schemas.microsoft.com/office/drawing/2014/main" id="{A6A8345C-014C-4AD2-8529-29D0E8EECAB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 flipH="1">
            <a:off x="2306121" y="2319681"/>
            <a:ext cx="1352367" cy="1352367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إدراج الصورة أو سحبها وإفلاتها هنا</a:t>
            </a:r>
          </a:p>
        </p:txBody>
      </p:sp>
      <p:sp>
        <p:nvSpPr>
          <p:cNvPr id="17" name="عنصر نائب للنص 8">
            <a:extLst>
              <a:ext uri="{FF2B5EF4-FFF2-40B4-BE49-F238E27FC236}">
                <a16:creationId xmlns:a16="http://schemas.microsoft.com/office/drawing/2014/main" id="{4C771BB0-7999-4A45-A6BB-56C98E978E8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420687" y="2319681"/>
            <a:ext cx="1703313" cy="701538"/>
          </a:xfrm>
        </p:spPr>
        <p:txBody>
          <a:bodyPr rtlCol="1" anchor="t"/>
          <a:lstStyle>
            <a:lvl1pPr marL="0" indent="0" algn="r" rtl="1">
              <a:buFont typeface="Arial" panose="020B0604020202020204" pitchFamily="34" charset="0"/>
              <a:buNone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الاسم</a:t>
            </a:r>
          </a:p>
        </p:txBody>
      </p:sp>
      <p:sp>
        <p:nvSpPr>
          <p:cNvPr id="18" name="عنصر نائب للنص 10">
            <a:extLst>
              <a:ext uri="{FF2B5EF4-FFF2-40B4-BE49-F238E27FC236}">
                <a16:creationId xmlns:a16="http://schemas.microsoft.com/office/drawing/2014/main" id="{9FC27C2C-A218-4626-9D04-ECC36D852E8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420687" y="3800064"/>
            <a:ext cx="3246368" cy="180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سيرة قصيرة</a:t>
            </a:r>
          </a:p>
        </p:txBody>
      </p:sp>
      <p:sp>
        <p:nvSpPr>
          <p:cNvPr id="19" name="عنصر نائب للنص 8">
            <a:extLst>
              <a:ext uri="{FF2B5EF4-FFF2-40B4-BE49-F238E27FC236}">
                <a16:creationId xmlns:a16="http://schemas.microsoft.com/office/drawing/2014/main" id="{15F0F321-195A-45FE-9F4E-2DE6EFF480E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420687" y="3055171"/>
            <a:ext cx="1703313" cy="245885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140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العنوان</a:t>
            </a:r>
          </a:p>
        </p:txBody>
      </p:sp>
      <p:sp>
        <p:nvSpPr>
          <p:cNvPr id="20" name="مستطيل 6">
            <a:extLst>
              <a:ext uri="{FF2B5EF4-FFF2-40B4-BE49-F238E27FC236}">
                <a16:creationId xmlns:a16="http://schemas.microsoft.com/office/drawing/2014/main" id="{A31AFB6F-80F0-4E69-8E48-7431E3898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32717" y="3514426"/>
            <a:ext cx="1703313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مستطيل 6">
            <a:extLst>
              <a:ext uri="{FF2B5EF4-FFF2-40B4-BE49-F238E27FC236}">
                <a16:creationId xmlns:a16="http://schemas.microsoft.com/office/drawing/2014/main" id="{115CE1DD-8B35-4422-9BB1-DB18FB6B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426702" y="3514426"/>
            <a:ext cx="1703313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مستطيل 6">
            <a:extLst>
              <a:ext uri="{FF2B5EF4-FFF2-40B4-BE49-F238E27FC236}">
                <a16:creationId xmlns:a16="http://schemas.microsoft.com/office/drawing/2014/main" id="{C174B088-E2BB-4A47-A4CE-403CAE01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20688" y="3514426"/>
            <a:ext cx="1703313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642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5" name="عنصر نائب للنص 5">
            <a:extLst>
              <a:ext uri="{FF2B5EF4-FFF2-40B4-BE49-F238E27FC236}">
                <a16:creationId xmlns:a16="http://schemas.microsoft.com/office/drawing/2014/main" id="{9C2BB107-6CD7-47EE-9C59-5345A7F63B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العنوان الفرعي</a:t>
            </a:r>
          </a:p>
        </p:txBody>
      </p:sp>
      <p:sp>
        <p:nvSpPr>
          <p:cNvPr id="8" name="عنصر نائب للنص 8">
            <a:extLst>
              <a:ext uri="{FF2B5EF4-FFF2-40B4-BE49-F238E27FC236}">
                <a16:creationId xmlns:a16="http://schemas.microsoft.com/office/drawing/2014/main" id="{6B292F32-22A3-4DBC-93C9-F66C5F87D4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10140200" y="4113808"/>
            <a:ext cx="1620000" cy="631554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الاسم بالكامل</a:t>
            </a:r>
          </a:p>
        </p:txBody>
      </p:sp>
      <p:sp>
        <p:nvSpPr>
          <p:cNvPr id="9" name="عنصر نائب للنص 10">
            <a:extLst>
              <a:ext uri="{FF2B5EF4-FFF2-40B4-BE49-F238E27FC236}">
                <a16:creationId xmlns:a16="http://schemas.microsoft.com/office/drawing/2014/main" id="{2AE8CF21-3DA6-45E6-9CB4-F48688C3B7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10140200" y="4797591"/>
            <a:ext cx="1620000" cy="72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العنوان</a:t>
            </a:r>
          </a:p>
        </p:txBody>
      </p:sp>
      <p:sp>
        <p:nvSpPr>
          <p:cNvPr id="10" name="عنصر نائب للنص 8">
            <a:extLst>
              <a:ext uri="{FF2B5EF4-FFF2-40B4-BE49-F238E27FC236}">
                <a16:creationId xmlns:a16="http://schemas.microsoft.com/office/drawing/2014/main" id="{3FBB809B-C7A4-40BB-A5F6-0692C7B3E7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8196297" y="4113808"/>
            <a:ext cx="1620000" cy="631554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الاسم بالكامل</a:t>
            </a:r>
          </a:p>
        </p:txBody>
      </p:sp>
      <p:sp>
        <p:nvSpPr>
          <p:cNvPr id="11" name="عنصر نائب للنص 10">
            <a:extLst>
              <a:ext uri="{FF2B5EF4-FFF2-40B4-BE49-F238E27FC236}">
                <a16:creationId xmlns:a16="http://schemas.microsoft.com/office/drawing/2014/main" id="{5822DE8D-141C-4FC8-8690-DC69998755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flipH="1">
            <a:off x="8196297" y="4797591"/>
            <a:ext cx="1620000" cy="72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العنوان</a:t>
            </a:r>
          </a:p>
        </p:txBody>
      </p:sp>
      <p:sp>
        <p:nvSpPr>
          <p:cNvPr id="12" name="عنصر نائب للنص 8">
            <a:extLst>
              <a:ext uri="{FF2B5EF4-FFF2-40B4-BE49-F238E27FC236}">
                <a16:creationId xmlns:a16="http://schemas.microsoft.com/office/drawing/2014/main" id="{8BFF2A50-B1BC-445F-AAF4-5EF044B5B2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6252394" y="4113808"/>
            <a:ext cx="1620000" cy="631554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الاسم بالكامل</a:t>
            </a:r>
          </a:p>
        </p:txBody>
      </p:sp>
      <p:sp>
        <p:nvSpPr>
          <p:cNvPr id="13" name="عنصر نائب للنص 10">
            <a:extLst>
              <a:ext uri="{FF2B5EF4-FFF2-40B4-BE49-F238E27FC236}">
                <a16:creationId xmlns:a16="http://schemas.microsoft.com/office/drawing/2014/main" id="{50ED32C1-427F-4852-93EF-04246DAB6E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 flipH="1">
            <a:off x="6252394" y="4797591"/>
            <a:ext cx="1620000" cy="72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العنوان</a:t>
            </a:r>
          </a:p>
        </p:txBody>
      </p:sp>
      <p:sp>
        <p:nvSpPr>
          <p:cNvPr id="14" name="عنصر نائب للنص 8">
            <a:extLst>
              <a:ext uri="{FF2B5EF4-FFF2-40B4-BE49-F238E27FC236}">
                <a16:creationId xmlns:a16="http://schemas.microsoft.com/office/drawing/2014/main" id="{4B8DDBCF-B9FF-412C-BB0A-F20DF81F3CC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4308491" y="4113808"/>
            <a:ext cx="1620000" cy="631554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الاسم بالكامل</a:t>
            </a:r>
          </a:p>
        </p:txBody>
      </p:sp>
      <p:sp>
        <p:nvSpPr>
          <p:cNvPr id="15" name="عنصر نائب للنص 10">
            <a:extLst>
              <a:ext uri="{FF2B5EF4-FFF2-40B4-BE49-F238E27FC236}">
                <a16:creationId xmlns:a16="http://schemas.microsoft.com/office/drawing/2014/main" id="{E5554625-705D-43C2-BB3F-07E4FB3A885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 flipH="1">
            <a:off x="4308491" y="4797591"/>
            <a:ext cx="1620000" cy="72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العنوان</a:t>
            </a:r>
          </a:p>
        </p:txBody>
      </p:sp>
      <p:sp>
        <p:nvSpPr>
          <p:cNvPr id="16" name="عنصر نائب للنص 8">
            <a:extLst>
              <a:ext uri="{FF2B5EF4-FFF2-40B4-BE49-F238E27FC236}">
                <a16:creationId xmlns:a16="http://schemas.microsoft.com/office/drawing/2014/main" id="{695A6D51-51C5-4128-9C65-70256D07FEB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2364588" y="4113808"/>
            <a:ext cx="1620000" cy="631554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الاسم بالكامل</a:t>
            </a:r>
          </a:p>
        </p:txBody>
      </p:sp>
      <p:sp>
        <p:nvSpPr>
          <p:cNvPr id="17" name="عنصر نائب للنص 10">
            <a:extLst>
              <a:ext uri="{FF2B5EF4-FFF2-40B4-BE49-F238E27FC236}">
                <a16:creationId xmlns:a16="http://schemas.microsoft.com/office/drawing/2014/main" id="{94020390-663C-426B-A32A-7DD435D354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2364588" y="4797591"/>
            <a:ext cx="1620000" cy="72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العنوان</a:t>
            </a:r>
          </a:p>
        </p:txBody>
      </p:sp>
      <p:sp>
        <p:nvSpPr>
          <p:cNvPr id="18" name="عنصر نائب للصورة 15">
            <a:extLst>
              <a:ext uri="{FF2B5EF4-FFF2-40B4-BE49-F238E27FC236}">
                <a16:creationId xmlns:a16="http://schemas.microsoft.com/office/drawing/2014/main" id="{A5BFEA69-91F2-4BAB-BC3E-F4494C8099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 flipH="1">
            <a:off x="10140200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19" name="عنصر نائب للصورة 15">
            <a:extLst>
              <a:ext uri="{FF2B5EF4-FFF2-40B4-BE49-F238E27FC236}">
                <a16:creationId xmlns:a16="http://schemas.microsoft.com/office/drawing/2014/main" id="{4D9A8C49-F2A0-4F67-A4E0-B5FBBE0A8DFD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 flipH="1">
            <a:off x="8196297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0" name="عنصر نائب للصورة 15">
            <a:extLst>
              <a:ext uri="{FF2B5EF4-FFF2-40B4-BE49-F238E27FC236}">
                <a16:creationId xmlns:a16="http://schemas.microsoft.com/office/drawing/2014/main" id="{622E18C4-0DBF-4C58-A1B6-1E6A1D5217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 flipH="1">
            <a:off x="6252394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1" name="عنصر نائب للصورة 15">
            <a:extLst>
              <a:ext uri="{FF2B5EF4-FFF2-40B4-BE49-F238E27FC236}">
                <a16:creationId xmlns:a16="http://schemas.microsoft.com/office/drawing/2014/main" id="{0F58001D-98C8-4213-9315-4990EFFEFD8E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 flipH="1">
            <a:off x="4308491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2" name="عنصر نائب للصورة 15">
            <a:extLst>
              <a:ext uri="{FF2B5EF4-FFF2-40B4-BE49-F238E27FC236}">
                <a16:creationId xmlns:a16="http://schemas.microsoft.com/office/drawing/2014/main" id="{940802B1-FF22-4F45-8475-AB393E6CF88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 flipH="1">
            <a:off x="2364588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  <p:sp>
        <p:nvSpPr>
          <p:cNvPr id="23" name="عنصر نائب للنص 8">
            <a:extLst>
              <a:ext uri="{FF2B5EF4-FFF2-40B4-BE49-F238E27FC236}">
                <a16:creationId xmlns:a16="http://schemas.microsoft.com/office/drawing/2014/main" id="{5C2D6443-41AF-4535-B6F7-4BB6BE08976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flipH="1">
            <a:off x="420687" y="4113808"/>
            <a:ext cx="1620000" cy="631554"/>
          </a:xfrm>
        </p:spPr>
        <p:txBody>
          <a:bodyPr rtlCol="1"/>
          <a:lstStyle>
            <a:lvl1pPr marL="0" indent="0" algn="r" rtl="1">
              <a:buFont typeface="Arial" panose="020B0604020202020204" pitchFamily="34" charset="0"/>
              <a:buNone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الاسم بالكامل</a:t>
            </a:r>
          </a:p>
        </p:txBody>
      </p:sp>
      <p:sp>
        <p:nvSpPr>
          <p:cNvPr id="24" name="عنصر نائب للنص 10">
            <a:extLst>
              <a:ext uri="{FF2B5EF4-FFF2-40B4-BE49-F238E27FC236}">
                <a16:creationId xmlns:a16="http://schemas.microsoft.com/office/drawing/2014/main" id="{A671736E-3711-4DA1-AF16-23EEC87C86C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flipH="1">
            <a:off x="420687" y="4797591"/>
            <a:ext cx="1620000" cy="720000"/>
          </a:xfrm>
        </p:spPr>
        <p:txBody>
          <a:bodyPr rtlCol="1"/>
          <a:lstStyle>
            <a:lvl1pPr marL="0" indent="0" algn="r" rtl="1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العنوان</a:t>
            </a:r>
          </a:p>
        </p:txBody>
      </p:sp>
      <p:sp>
        <p:nvSpPr>
          <p:cNvPr id="25" name="عنصر نائب للصورة 15">
            <a:extLst>
              <a:ext uri="{FF2B5EF4-FFF2-40B4-BE49-F238E27FC236}">
                <a16:creationId xmlns:a16="http://schemas.microsoft.com/office/drawing/2014/main" id="{1FED522C-94B3-41E3-A83A-E03843DE7551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 flipH="1">
            <a:off x="420687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1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 rtl="1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66700" lvl="0" indent="-266700" algn="ctr" rtl="1"/>
            <a:r>
              <a:rPr lang="ar-SA" noProof="0" dirty="0"/>
              <a:t>انقر فوق الأيقونة لإضافة صورة</a:t>
            </a:r>
          </a:p>
        </p:txBody>
      </p:sp>
    </p:spTree>
    <p:extLst>
      <p:ext uri="{BB962C8B-B14F-4D97-AF65-F5344CB8AC3E}">
        <p14:creationId xmlns:p14="http://schemas.microsoft.com/office/powerpoint/2010/main" val="306129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ثلاثي ال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8160000" y="1152000"/>
            <a:ext cx="3600000" cy="503925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7" name="عنصر نائب للتذييل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8" name="عنصر نائب لرقم الشريحة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flipH="1">
            <a:off x="4290000" y="1152000"/>
            <a:ext cx="3600450" cy="5038725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11" name="عنصر نائب للنص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H="1">
            <a:off x="420000" y="1152000"/>
            <a:ext cx="3600450" cy="5038725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خماسي ال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9600000" y="1152000"/>
            <a:ext cx="2160000" cy="503925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7" name="عنصر نائب للتذييل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8" name="عنصر نائب لرقم الشريحة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flipH="1">
            <a:off x="7305000" y="1152525"/>
            <a:ext cx="2160588" cy="5038725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13" name="عنصر نائب للنص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H="1">
            <a:off x="5010000" y="1152525"/>
            <a:ext cx="2160588" cy="5038725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15" name="عنصر نائب للنص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flipH="1">
            <a:off x="2715000" y="1148060"/>
            <a:ext cx="2160588" cy="5038725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H="1">
            <a:off x="420000" y="1152525"/>
            <a:ext cx="2160588" cy="5038725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6288000" y="1152000"/>
            <a:ext cx="5472000" cy="360000"/>
          </a:xfrm>
        </p:spPr>
        <p:txBody>
          <a:bodyPr rtlCol="1" anchor="t"/>
          <a:lstStyle>
            <a:lvl1pPr marL="0" indent="0" algn="r" rtl="1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6288000" y="1584000"/>
            <a:ext cx="5472000" cy="4608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10" name="عنصر نائب للتذييل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11" name="عنصر نائب لرقم الشريحة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0A0FADEC-BFBD-4A6E-B51C-B0DFD4C80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090056" y="2185851"/>
            <a:ext cx="0" cy="262730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عنصر نائب للنص 4">
            <a:extLst>
              <a:ext uri="{FF2B5EF4-FFF2-40B4-BE49-F238E27FC236}">
                <a16:creationId xmlns:a16="http://schemas.microsoft.com/office/drawing/2014/main" id="{C47312EC-14D6-4EE3-84DF-5BE8F35DD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 flipH="1">
            <a:off x="420000" y="1152000"/>
            <a:ext cx="5472000" cy="360000"/>
          </a:xfrm>
        </p:spPr>
        <p:txBody>
          <a:bodyPr vert="horz" lIns="0" tIns="0" rIns="0" bIns="0" rtlCol="1" anchor="t">
            <a:noAutofit/>
          </a:bodyPr>
          <a:lstStyle>
            <a:lvl1pPr marL="0" indent="0" algn="r" rtl="1">
              <a:buNone/>
              <a:defRPr lang="en-US" sz="2400" b="1"/>
            </a:lvl1pPr>
          </a:lstStyle>
          <a:p>
            <a:pPr marL="266700" lvl="0" indent="-266700" rtl="1"/>
            <a:r>
              <a:rPr lang="ar-SA" noProof="0" dirty="0"/>
              <a:t>انقر لتحرير أنماط النص الرئيسي</a:t>
            </a:r>
          </a:p>
        </p:txBody>
      </p:sp>
      <p:sp>
        <p:nvSpPr>
          <p:cNvPr id="14" name="عنصر نائب للمحتوى 5">
            <a:extLst>
              <a:ext uri="{FF2B5EF4-FFF2-40B4-BE49-F238E27FC236}">
                <a16:creationId xmlns:a16="http://schemas.microsoft.com/office/drawing/2014/main" id="{D2E4423B-993A-4321-BD96-12519C601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 flipH="1">
            <a:off x="420000" y="1581663"/>
            <a:ext cx="5483998" cy="4608000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8818811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380D91F-8335-4C39-A703-5F4EE36875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DB88685-006A-43C3-A850-F409CF02FC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r" rtl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fld id="{19B51A1E-902D-48AF-9020-955120F399B6}" type="slidenum">
              <a:rPr lang="ar-SA" smtClean="0"/>
              <a:pPr algn="ctr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شريحة ال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عنصر نائب للصورة 10">
            <a:extLst>
              <a:ext uri="{FF2B5EF4-FFF2-40B4-BE49-F238E27FC236}">
                <a16:creationId xmlns:a16="http://schemas.microsoft.com/office/drawing/2014/main" id="{6F821722-FE34-4DE9-9836-565D865C15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778800"/>
          </a:xfrm>
          <a:solidFill>
            <a:schemeClr val="bg1">
              <a:lumMod val="95000"/>
            </a:schemeClr>
          </a:solidFill>
        </p:spPr>
        <p:txBody>
          <a:bodyPr tIns="1116000" rIns="0" rtlCol="1" anchor="t"/>
          <a:lstStyle>
            <a:lvl1pPr marL="0" indent="0" algn="ct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قم بإدراج صورتك أو سحبها وإفلاتها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9BD909C6-0E9A-451D-91FD-B891A0C803D7}"/>
              </a:ext>
            </a:extLst>
          </p:cNvPr>
          <p:cNvSpPr/>
          <p:nvPr userDrawn="1"/>
        </p:nvSpPr>
        <p:spPr>
          <a:xfrm flipH="1">
            <a:off x="0" y="6780458"/>
            <a:ext cx="12192000" cy="7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41A9BD7F-717A-4177-BAD1-D798AE60FFD0}"/>
              </a:ext>
            </a:extLst>
          </p:cNvPr>
          <p:cNvSpPr/>
          <p:nvPr userDrawn="1"/>
        </p:nvSpPr>
        <p:spPr>
          <a:xfrm flipH="1">
            <a:off x="-12000" y="6780458"/>
            <a:ext cx="12204000" cy="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flipH="1">
            <a:off x="7188000" y="144000"/>
            <a:ext cx="4860000" cy="6480000"/>
          </a:xfrm>
          <a:solidFill>
            <a:schemeClr val="bg1"/>
          </a:solidFill>
          <a:ln>
            <a:noFill/>
          </a:ln>
        </p:spPr>
        <p:txBody>
          <a:bodyPr lIns="288000" tIns="72000" rIns="432000" bIns="2448000" rtlCol="1" anchor="b"/>
          <a:lstStyle>
            <a:lvl1pPr algn="r" rtl="1">
              <a:defRPr sz="66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شكراً لك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flipH="1">
            <a:off x="7804395" y="4504149"/>
            <a:ext cx="3349381" cy="252000"/>
          </a:xfrm>
          <a:noFill/>
        </p:spPr>
        <p:txBody>
          <a:bodyPr lIns="0" tIns="0" rIns="0" bIns="0" rtlCol="1" anchor="t"/>
          <a:lstStyle>
            <a:lvl1pPr marL="0" indent="0" algn="r" rtl="1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pPr rtl="1"/>
            <a:r>
              <a:rPr lang="ar-SA" noProof="0" dirty="0"/>
              <a:t>الاسم بالكامل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4BFF1D51-2F23-4712-A1F0-725B32B9F4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7804395" y="4908147"/>
            <a:ext cx="3349381" cy="252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6700" indent="0" algn="r" rtl="1">
              <a:buNone/>
              <a:defRPr/>
            </a:lvl2pPr>
            <a:lvl3pPr marL="542925" indent="0" algn="r" rtl="1">
              <a:buNone/>
              <a:defRPr/>
            </a:lvl3pPr>
            <a:lvl4pPr marL="809625" indent="0" algn="r" rtl="1">
              <a:buNone/>
              <a:defRPr/>
            </a:lvl4pPr>
            <a:lvl5pPr marL="1076325" indent="0" algn="r" rtl="1">
              <a:buNone/>
              <a:defRPr/>
            </a:lvl5pPr>
          </a:lstStyle>
          <a:p>
            <a:pPr lvl="0" rtl="1"/>
            <a:r>
              <a:rPr lang="ar-SA" noProof="0" dirty="0"/>
              <a:t>الهاتف</a:t>
            </a:r>
          </a:p>
        </p:txBody>
      </p:sp>
      <p:sp>
        <p:nvSpPr>
          <p:cNvPr id="11" name="عنصر نائب للنص 10">
            <a:extLst>
              <a:ext uri="{FF2B5EF4-FFF2-40B4-BE49-F238E27FC236}">
                <a16:creationId xmlns:a16="http://schemas.microsoft.com/office/drawing/2014/main" id="{3BDABCD1-5D5B-40B2-8066-B5C93CEEC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7803988" y="5312145"/>
            <a:ext cx="3349381" cy="252000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البريد الإلكتروني</a:t>
            </a:r>
          </a:p>
        </p:txBody>
      </p:sp>
      <p:sp>
        <p:nvSpPr>
          <p:cNvPr id="16" name="عنصر نائب للنص 15">
            <a:extLst>
              <a:ext uri="{FF2B5EF4-FFF2-40B4-BE49-F238E27FC236}">
                <a16:creationId xmlns:a16="http://schemas.microsoft.com/office/drawing/2014/main" id="{38902124-F995-42DE-9ABC-A567011989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7815263" y="5715370"/>
            <a:ext cx="3350644" cy="252413"/>
          </a:xfrm>
        </p:spPr>
        <p:txBody>
          <a:bodyPr rtlCol="1"/>
          <a:lstStyle>
            <a:lvl1pPr marL="0" indent="0" algn="r" rtl="1"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1"/>
            <a:r>
              <a:rPr lang="ar-SA" noProof="0" dirty="0"/>
              <a:t>موقع الويب</a:t>
            </a:r>
          </a:p>
        </p:txBody>
      </p:sp>
    </p:spTree>
    <p:extLst>
      <p:ext uri="{BB962C8B-B14F-4D97-AF65-F5344CB8AC3E}">
        <p14:creationId xmlns:p14="http://schemas.microsoft.com/office/powerpoint/2010/main" val="31047434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شريحة ال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8AF9ABA0-4960-4BBE-9249-3B9F526B543D}"/>
              </a:ext>
            </a:extLst>
          </p:cNvPr>
          <p:cNvSpPr/>
          <p:nvPr userDrawn="1"/>
        </p:nvSpPr>
        <p:spPr>
          <a:xfrm flipH="1">
            <a:off x="-12000" y="0"/>
            <a:ext cx="12204000" cy="6773258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flipH="1">
            <a:off x="7188000" y="3163899"/>
            <a:ext cx="4860000" cy="1800000"/>
          </a:xfrm>
          <a:solidFill>
            <a:schemeClr val="bg1"/>
          </a:solidFill>
          <a:ln>
            <a:noFill/>
          </a:ln>
        </p:spPr>
        <p:txBody>
          <a:bodyPr lIns="180000" tIns="72000" rIns="180000" bIns="72000" rtlCol="1" anchor="ctr"/>
          <a:lstStyle>
            <a:lvl1pPr algn="r" rtl="1">
              <a:defRPr sz="50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عنوان الغلاف 1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7188000" y="5119698"/>
            <a:ext cx="4860000" cy="836602"/>
          </a:xfrm>
          <a:solidFill>
            <a:schemeClr val="bg1"/>
          </a:solidFill>
        </p:spPr>
        <p:txBody>
          <a:bodyPr lIns="180000" tIns="72000" rIns="180000" bIns="72000" rtlCol="1" anchor="ctr"/>
          <a:lstStyle>
            <a:lvl1pPr marL="0" indent="0" algn="r" rtl="1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pPr rtl="1"/>
            <a:r>
              <a:rPr lang="ar-SA" noProof="0" dirty="0"/>
              <a:t>انقر لتحرير نمط العنوان الثانوي الرئيسي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3114E411-DCD8-47C4-8385-C03FBB18B180}"/>
              </a:ext>
            </a:extLst>
          </p:cNvPr>
          <p:cNvSpPr/>
          <p:nvPr userDrawn="1"/>
        </p:nvSpPr>
        <p:spPr>
          <a:xfrm flipH="1">
            <a:off x="0" y="6780458"/>
            <a:ext cx="12192000" cy="7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D5BF3746-E60B-4321-998E-07F04440CEAC}"/>
              </a:ext>
            </a:extLst>
          </p:cNvPr>
          <p:cNvSpPr/>
          <p:nvPr userDrawn="1"/>
        </p:nvSpPr>
        <p:spPr>
          <a:xfrm flipH="1">
            <a:off x="-12000" y="6780458"/>
            <a:ext cx="12204000" cy="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" name="المجموعة 7" descr="أقواس صورة مميزة&#10;">
            <a:extLst>
              <a:ext uri="{FF2B5EF4-FFF2-40B4-BE49-F238E27FC236}">
                <a16:creationId xmlns:a16="http://schemas.microsoft.com/office/drawing/2014/main" id="{C76F92B7-6C7B-47FA-99F4-C2B7B3F6D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188000" y="144000"/>
            <a:ext cx="4860000" cy="6498000"/>
            <a:chOff x="408650" y="404285"/>
            <a:chExt cx="4330700" cy="3164637"/>
          </a:xfrm>
        </p:grpSpPr>
        <p:sp>
          <p:nvSpPr>
            <p:cNvPr id="9" name="مستطيل 6">
              <a:extLst>
                <a:ext uri="{FF2B5EF4-FFF2-40B4-BE49-F238E27FC236}">
                  <a16:creationId xmlns:a16="http://schemas.microsoft.com/office/drawing/2014/main" id="{3C768717-8441-4105-AF79-95C8C7634CEF}"/>
                </a:ext>
              </a:extLst>
            </p:cNvPr>
            <p:cNvSpPr/>
            <p:nvPr/>
          </p:nvSpPr>
          <p:spPr>
            <a:xfrm>
              <a:off x="408650" y="3386488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مستطيل 6">
              <a:extLst>
                <a:ext uri="{FF2B5EF4-FFF2-40B4-BE49-F238E27FC236}">
                  <a16:creationId xmlns:a16="http://schemas.microsoft.com/office/drawing/2014/main" id="{0AF2D9B2-503F-41FB-981B-EBBEF4D0D01D}"/>
                </a:ext>
              </a:extLst>
            </p:cNvPr>
            <p:cNvSpPr/>
            <p:nvPr/>
          </p:nvSpPr>
          <p:spPr>
            <a:xfrm flipV="1">
              <a:off x="408650" y="404285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50711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25AE6A42-8962-4702-8E68-FB78280BAD08}"/>
              </a:ext>
            </a:extLst>
          </p:cNvPr>
          <p:cNvSpPr/>
          <p:nvPr userDrawn="1"/>
        </p:nvSpPr>
        <p:spPr>
          <a:xfrm flipH="1">
            <a:off x="0" y="-1"/>
            <a:ext cx="12192000" cy="6013451"/>
          </a:xfrm>
          <a:prstGeom prst="rect">
            <a:avLst/>
          </a:prstGeom>
          <a:solidFill>
            <a:schemeClr val="accent1">
              <a:lumMod val="50000"/>
              <a:alpha val="25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flipH="1">
            <a:off x="142800" y="163897"/>
            <a:ext cx="4860000" cy="5724000"/>
          </a:xfrm>
          <a:solidFill>
            <a:schemeClr val="bg1"/>
          </a:solidFill>
          <a:ln>
            <a:noFill/>
          </a:ln>
        </p:spPr>
        <p:txBody>
          <a:bodyPr lIns="288000" tIns="72000" rIns="432000" bIns="1404000" rtlCol="1" anchor="b"/>
          <a:lstStyle>
            <a:lvl1pPr algn="r" rtl="1">
              <a:defRPr sz="50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عنوان شريحة الفاصل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606406" y="4837186"/>
            <a:ext cx="3932788" cy="750814"/>
          </a:xfrm>
          <a:noFill/>
        </p:spPr>
        <p:txBody>
          <a:bodyPr lIns="0" tIns="0" rIns="0" bIns="0" rtlCol="1" anchor="t"/>
          <a:lstStyle>
            <a:lvl1pPr marL="0" indent="0" algn="r" rtl="1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pPr rtl="1"/>
            <a:r>
              <a:rPr lang="ar-SA" noProof="0" dirty="0"/>
              <a:t>انقر لتحرير نمط العنوان الثانوي الرئيسي</a:t>
            </a: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AE6A6BE3-DFA9-4797-868F-D23E7118FA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9" name="عنصر نائب للتذييل 8">
            <a:extLst>
              <a:ext uri="{FF2B5EF4-FFF2-40B4-BE49-F238E27FC236}">
                <a16:creationId xmlns:a16="http://schemas.microsoft.com/office/drawing/2014/main" id="{827C91B9-2B28-435F-8A65-9FB91CE2F7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</p:spTree>
    <p:extLst>
      <p:ext uri="{BB962C8B-B14F-4D97-AF65-F5344CB8AC3E}">
        <p14:creationId xmlns:p14="http://schemas.microsoft.com/office/powerpoint/2010/main" val="10248439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4A54DF6A-4172-4D5F-A3ED-02BB36DE79DA}"/>
              </a:ext>
            </a:extLst>
          </p:cNvPr>
          <p:cNvSpPr/>
          <p:nvPr userDrawn="1"/>
        </p:nvSpPr>
        <p:spPr>
          <a:xfrm flipH="1">
            <a:off x="0" y="0"/>
            <a:ext cx="12192000" cy="6013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AE6A6BE3-DFA9-4797-868F-D23E7118FA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9" name="عنصر نائب للتذييل 8">
            <a:extLst>
              <a:ext uri="{FF2B5EF4-FFF2-40B4-BE49-F238E27FC236}">
                <a16:creationId xmlns:a16="http://schemas.microsoft.com/office/drawing/2014/main" id="{827C91B9-2B28-435F-8A65-9FB91CE2F7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11" name="عنصر نائب للنص 3">
            <a:extLst>
              <a:ext uri="{FF2B5EF4-FFF2-40B4-BE49-F238E27FC236}">
                <a16:creationId xmlns:a16="http://schemas.microsoft.com/office/drawing/2014/main" id="{DF07348F-72DF-4462-A032-32D81AA8F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H="1">
            <a:off x="7200997" y="2636518"/>
            <a:ext cx="4848203" cy="3232469"/>
          </a:xfrm>
          <a:solidFill>
            <a:schemeClr val="bg1"/>
          </a:solidFill>
        </p:spPr>
        <p:txBody>
          <a:bodyPr lIns="0" tIns="182880" rIns="457200" rtlCol="1"/>
          <a:lstStyle>
            <a:lvl1pPr marL="0" indent="0" algn="r" rtl="1">
              <a:buNone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</p:txBody>
      </p:sp>
      <p:sp>
        <p:nvSpPr>
          <p:cNvPr id="14" name="العنوان 1">
            <a:extLst>
              <a:ext uri="{FF2B5EF4-FFF2-40B4-BE49-F238E27FC236}">
                <a16:creationId xmlns:a16="http://schemas.microsoft.com/office/drawing/2014/main" id="{931CBEE8-3214-4A3C-B723-D07BA0805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200997" y="457200"/>
            <a:ext cx="4848203" cy="2179318"/>
          </a:xfrm>
          <a:solidFill>
            <a:schemeClr val="bg1"/>
          </a:solidFill>
        </p:spPr>
        <p:txBody>
          <a:bodyPr lIns="0" rIns="457200" bIns="182880" rtlCol="1" anchor="b"/>
          <a:lstStyle>
            <a:lvl1pPr algn="r" rtl="1"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15" name="عنصر نائب للمحتوى 2">
            <a:extLst>
              <a:ext uri="{FF2B5EF4-FFF2-40B4-BE49-F238E27FC236}">
                <a16:creationId xmlns:a16="http://schemas.microsoft.com/office/drawing/2014/main" id="{2055B4F8-B74A-49D7-8E56-9627BCFF69B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42800" y="457201"/>
            <a:ext cx="6866012" cy="5403850"/>
          </a:xfrm>
        </p:spPr>
        <p:txBody>
          <a:bodyPr rtlCol="1"/>
          <a:lstStyle>
            <a:lvl1pPr algn="r" rtl="1"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</p:spTree>
    <p:extLst>
      <p:ext uri="{BB962C8B-B14F-4D97-AF65-F5344CB8AC3E}">
        <p14:creationId xmlns:p14="http://schemas.microsoft.com/office/powerpoint/2010/main" val="1883981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4A54DF6A-4172-4D5F-A3ED-02BB36DE79DA}"/>
              </a:ext>
            </a:extLst>
          </p:cNvPr>
          <p:cNvSpPr/>
          <p:nvPr userDrawn="1"/>
        </p:nvSpPr>
        <p:spPr>
          <a:xfrm flipH="1">
            <a:off x="0" y="0"/>
            <a:ext cx="12192000" cy="6013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AE6A6BE3-DFA9-4797-868F-D23E7118FA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>
            <a:lvl1pPr algn="ct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sp>
        <p:nvSpPr>
          <p:cNvPr id="9" name="عنصر نائب للتذييل 8">
            <a:extLst>
              <a:ext uri="{FF2B5EF4-FFF2-40B4-BE49-F238E27FC236}">
                <a16:creationId xmlns:a16="http://schemas.microsoft.com/office/drawing/2014/main" id="{827C91B9-2B28-435F-8A65-9FB91CE2F7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flipH="1">
            <a:off x="987225" y="6487997"/>
            <a:ext cx="4114800" cy="206104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11" name="عنصر نائب للنص 3">
            <a:extLst>
              <a:ext uri="{FF2B5EF4-FFF2-40B4-BE49-F238E27FC236}">
                <a16:creationId xmlns:a16="http://schemas.microsoft.com/office/drawing/2014/main" id="{DF07348F-72DF-4462-A032-32D81AA8F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H="1">
            <a:off x="7200997" y="2636518"/>
            <a:ext cx="4848203" cy="3232469"/>
          </a:xfrm>
          <a:solidFill>
            <a:schemeClr val="bg1"/>
          </a:solidFill>
        </p:spPr>
        <p:txBody>
          <a:bodyPr lIns="0" tIns="182880" rIns="457200" rtlCol="1"/>
          <a:lstStyle>
            <a:lvl1pPr marL="0" indent="0" algn="r" rtl="1">
              <a:buNone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ar-SA" noProof="0" dirty="0"/>
              <a:t>انقر لتحرير أنماط النص الرئيسي</a:t>
            </a:r>
          </a:p>
        </p:txBody>
      </p:sp>
      <p:sp>
        <p:nvSpPr>
          <p:cNvPr id="14" name="العنوان 1">
            <a:extLst>
              <a:ext uri="{FF2B5EF4-FFF2-40B4-BE49-F238E27FC236}">
                <a16:creationId xmlns:a16="http://schemas.microsoft.com/office/drawing/2014/main" id="{931CBEE8-3214-4A3C-B723-D07BA0805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200997" y="457200"/>
            <a:ext cx="4848203" cy="2179318"/>
          </a:xfrm>
          <a:solidFill>
            <a:schemeClr val="bg1"/>
          </a:solidFill>
        </p:spPr>
        <p:txBody>
          <a:bodyPr lIns="0" rIns="457200" bIns="182880" rtlCol="1" anchor="b"/>
          <a:lstStyle>
            <a:lvl1pPr algn="r" rtl="1"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8" name="عنصر نائب للصورة 2">
            <a:extLst>
              <a:ext uri="{FF2B5EF4-FFF2-40B4-BE49-F238E27FC236}">
                <a16:creationId xmlns:a16="http://schemas.microsoft.com/office/drawing/2014/main" id="{142253A3-E01E-4F41-A614-A428B7D36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flipH="1">
            <a:off x="142800" y="457201"/>
            <a:ext cx="6866012" cy="5403850"/>
          </a:xfrm>
        </p:spPr>
        <p:txBody>
          <a:bodyPr rtlCol="1"/>
          <a:lstStyle>
            <a:lvl1pPr marL="0" indent="0" algn="r" rtl="1">
              <a:buNone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rtl="1"/>
            <a:r>
              <a:rPr lang="ar-SA" noProof="0" dirty="0"/>
              <a:t>انقر فوق الأيقونة لإضافة صورة</a:t>
            </a:r>
          </a:p>
        </p:txBody>
      </p:sp>
    </p:spTree>
    <p:extLst>
      <p:ext uri="{BB962C8B-B14F-4D97-AF65-F5344CB8AC3E}">
        <p14:creationId xmlns:p14="http://schemas.microsoft.com/office/powerpoint/2010/main" val="386384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مستطيل 15">
            <a:extLst>
              <a:ext uri="{FF2B5EF4-FFF2-40B4-BE49-F238E27FC236}">
                <a16:creationId xmlns:a16="http://schemas.microsoft.com/office/drawing/2014/main" id="{0014CD90-8DA5-4100-A913-BD3783FA44B9}"/>
              </a:ext>
            </a:extLst>
          </p:cNvPr>
          <p:cNvSpPr/>
          <p:nvPr userDrawn="1"/>
        </p:nvSpPr>
        <p:spPr>
          <a:xfrm flipH="1">
            <a:off x="0" y="6780458"/>
            <a:ext cx="12192000" cy="775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  <a:prstGeom prst="rect">
            <a:avLst/>
          </a:prstGeom>
        </p:spPr>
        <p:txBody>
          <a:bodyPr vert="horz" lIns="0" tIns="0" rIns="0" bIns="0" rtlCol="1" anchor="ctr">
            <a:noAutofit/>
          </a:bodyPr>
          <a:lstStyle/>
          <a:p>
            <a:pPr rtl="1"/>
            <a:r>
              <a:rPr lang="ar-SA" noProof="0" dirty="0"/>
              <a:t>انقر لتحرير نمط العنوان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427630" y="1272208"/>
            <a:ext cx="11340000" cy="4660183"/>
          </a:xfrm>
          <a:prstGeom prst="rect">
            <a:avLst/>
          </a:prstGeom>
        </p:spPr>
        <p:txBody>
          <a:bodyPr vert="horz" lIns="0" tIns="0" rIns="0" bIns="0" rtlCol="1">
            <a:noAutofit/>
          </a:bodyPr>
          <a:lstStyle/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flipH="1">
            <a:off x="987225" y="6487997"/>
            <a:ext cx="4114800" cy="206104"/>
          </a:xfrm>
          <a:prstGeom prst="rect">
            <a:avLst/>
          </a:prstGeom>
        </p:spPr>
        <p:txBody>
          <a:bodyPr vert="horz" lIns="0" tIns="0" rIns="0" bIns="0" rtlCol="1" anchor="b"/>
          <a:lstStyle>
            <a:lvl1pPr algn="r" rtl="1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ar-SA" dirty="0"/>
              <a:t>إضافة تذييل</a:t>
            </a:r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245307" y="6213621"/>
            <a:ext cx="537262" cy="365125"/>
          </a:xfrm>
          <a:prstGeom prst="rect">
            <a:avLst/>
          </a:prstGeom>
        </p:spPr>
        <p:txBody>
          <a:bodyPr vert="horz" lIns="0" tIns="0" rIns="0" bIns="0" rtlCol="1" anchor="ctr"/>
          <a:lstStyle>
            <a:lvl1pPr algn="ctr" rtl="1">
              <a:defRPr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B51A1E-902D-48AF-9020-955120F399B6}" type="slidenum">
              <a:rPr lang="ar-SA" smtClean="0"/>
              <a:pPr/>
              <a:t>‹#›</a:t>
            </a:fld>
            <a:endParaRPr lang="ar-SA" dirty="0"/>
          </a:p>
        </p:txBody>
      </p:sp>
      <p:cxnSp>
        <p:nvCxnSpPr>
          <p:cNvPr id="12" name="رابط مستقيم 11">
            <a:extLst>
              <a:ext uri="{FF2B5EF4-FFF2-40B4-BE49-F238E27FC236}">
                <a16:creationId xmlns:a16="http://schemas.microsoft.com/office/drawing/2014/main" id="{227520FF-02C3-4FC8-9DD4-6FD4DAE01FE9}"/>
              </a:ext>
            </a:extLst>
          </p:cNvPr>
          <p:cNvCxnSpPr>
            <a:cxnSpLocks/>
          </p:cNvCxnSpPr>
          <p:nvPr userDrawn="1"/>
        </p:nvCxnSpPr>
        <p:spPr>
          <a:xfrm flipH="1">
            <a:off x="243938" y="6780192"/>
            <a:ext cx="54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D948D9BA-F531-48FF-BE31-0248EF5CC454}"/>
              </a:ext>
            </a:extLst>
          </p:cNvPr>
          <p:cNvSpPr/>
          <p:nvPr userDrawn="1"/>
        </p:nvSpPr>
        <p:spPr>
          <a:xfrm flipH="1">
            <a:off x="960000" y="6780458"/>
            <a:ext cx="11232000" cy="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50" r:id="rId10"/>
    <p:sldLayoutId id="2147483652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56" r:id="rId19"/>
    <p:sldLayoutId id="2147483657" r:id="rId20"/>
    <p:sldLayoutId id="2147483653" r:id="rId21"/>
    <p:sldLayoutId id="2147483654" r:id="rId22"/>
    <p:sldLayoutId id="2147483679" r:id="rId23"/>
    <p:sldLayoutId id="2147483655" r:id="rId24"/>
    <p:sldLayoutId id="2147483674" r:id="rId25"/>
    <p:sldLayoutId id="2147483675" r:id="rId26"/>
    <p:sldLayoutId id="2147483676" r:id="rId27"/>
    <p:sldLayoutId id="2147483677" r:id="rId28"/>
    <p:sldLayoutId id="2147483678" r:id="rId29"/>
  </p:sldLayoutIdLst>
  <p:hf hd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200" kern="1200" spc="-100" baseline="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66700" indent="-266700" algn="r" defTabSz="914400" rtl="1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Calibri" panose="020F0502020204030204" pitchFamily="34" charset="0"/>
        <a:buChar char="○"/>
        <a:defRPr sz="18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42925" indent="-276225" algn="r" defTabSz="914400" rtl="1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09625" indent="-266700" algn="r" defTabSz="914400" rtl="1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076325" indent="-266700" algn="r" defTabSz="914400" rtl="1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343025" indent="-266700" algn="r" defTabSz="914400" rtl="1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عنصر نائب للصورة 18" descr="نفق خشبي طويل">
            <a:extLst>
              <a:ext uri="{FF2B5EF4-FFF2-40B4-BE49-F238E27FC236}">
                <a16:creationId xmlns:a16="http://schemas.microsoft.com/office/drawing/2014/main" id="{26BCC204-42D7-4F58-B6DF-AB0501ACD7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784058"/>
          </a:xfrm>
        </p:spPr>
      </p:pic>
      <p:grpSp>
        <p:nvGrpSpPr>
          <p:cNvPr id="112" name="المجموعة 111">
            <a:extLst>
              <a:ext uri="{FF2B5EF4-FFF2-40B4-BE49-F238E27FC236}">
                <a16:creationId xmlns:a16="http://schemas.microsoft.com/office/drawing/2014/main" id="{D624720B-51E1-474D-90C6-CD74ED1DA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7186628" y="144000"/>
            <a:ext cx="4860000" cy="6498000"/>
            <a:chOff x="6685492" y="404285"/>
            <a:chExt cx="4330700" cy="3164637"/>
          </a:xfrm>
        </p:grpSpPr>
        <p:sp>
          <p:nvSpPr>
            <p:cNvPr id="110" name="مستطيل 6">
              <a:extLst>
                <a:ext uri="{FF2B5EF4-FFF2-40B4-BE49-F238E27FC236}">
                  <a16:creationId xmlns:a16="http://schemas.microsoft.com/office/drawing/2014/main" id="{E4561AC7-2339-461B-BFF9-BEBEF6097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6685492" y="3386488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1" name="مستطيل 6">
              <a:extLst>
                <a:ext uri="{FF2B5EF4-FFF2-40B4-BE49-F238E27FC236}">
                  <a16:creationId xmlns:a16="http://schemas.microsoft.com/office/drawing/2014/main" id="{6FFCCB15-66C7-4E86-BF09-14C5B1569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6685492" y="404285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" name="المجموعة 3" descr="عنصر نائب للشعار">
            <a:extLst>
              <a:ext uri="{FF2B5EF4-FFF2-40B4-BE49-F238E27FC236}">
                <a16:creationId xmlns:a16="http://schemas.microsoft.com/office/drawing/2014/main" id="{15BDFF4F-F29E-432C-8919-538354CC3582}"/>
              </a:ext>
            </a:extLst>
          </p:cNvPr>
          <p:cNvGrpSpPr/>
          <p:nvPr/>
        </p:nvGrpSpPr>
        <p:grpSpPr>
          <a:xfrm flipH="1">
            <a:off x="9897627" y="2484880"/>
            <a:ext cx="2173095" cy="523220"/>
            <a:chOff x="11716075" y="1950690"/>
            <a:chExt cx="2173095" cy="523220"/>
          </a:xfrm>
        </p:grpSpPr>
        <p:sp>
          <p:nvSpPr>
            <p:cNvPr id="3" name="مستطيل 2">
              <a:extLst>
                <a:ext uri="{FF2B5EF4-FFF2-40B4-BE49-F238E27FC236}">
                  <a16:creationId xmlns:a16="http://schemas.microsoft.com/office/drawing/2014/main" id="{5C906931-C069-4BF7-9D34-6BD0A441F1D0}"/>
                </a:ext>
              </a:extLst>
            </p:cNvPr>
            <p:cNvSpPr/>
            <p:nvPr/>
          </p:nvSpPr>
          <p:spPr>
            <a:xfrm flipH="1">
              <a:off x="11716075" y="1950690"/>
              <a:ext cx="2173095" cy="52322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txBody>
            <a:bodyPr wrap="none" rtlCol="1" anchor="ctr">
              <a:noAutofit/>
            </a:bodyPr>
            <a:lstStyle/>
            <a:p>
              <a:pPr algn="ctr" rtl="1"/>
              <a:r>
                <a:rPr lang="en-US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AI</a:t>
              </a:r>
              <a:endParaRPr lang="en-US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" name="مستطيل 6">
              <a:extLst>
                <a:ext uri="{FF2B5EF4-FFF2-40B4-BE49-F238E27FC236}">
                  <a16:creationId xmlns:a16="http://schemas.microsoft.com/office/drawing/2014/main" id="{FA7AA601-65CC-44E2-A893-84390726E282}"/>
                </a:ext>
              </a:extLst>
            </p:cNvPr>
            <p:cNvSpPr/>
            <p:nvPr/>
          </p:nvSpPr>
          <p:spPr>
            <a:xfrm flipH="1" flipV="1">
              <a:off x="13584138" y="2034539"/>
              <a:ext cx="203115" cy="177761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  <a:gd name="connsiteX0" fmla="*/ 4330700 w 4330700"/>
                <a:gd name="connsiteY0" fmla="*/ 588834 h 588834"/>
                <a:gd name="connsiteX1" fmla="*/ 0 w 4330700"/>
                <a:gd name="connsiteY1" fmla="*/ 588834 h 588834"/>
                <a:gd name="connsiteX2" fmla="*/ 0 w 4330700"/>
                <a:gd name="connsiteY2" fmla="*/ 0 h 588834"/>
                <a:gd name="connsiteX0" fmla="*/ 550806 w 550806"/>
                <a:gd name="connsiteY0" fmla="*/ 588834 h 588834"/>
                <a:gd name="connsiteX1" fmla="*/ 0 w 550806"/>
                <a:gd name="connsiteY1" fmla="*/ 588834 h 588834"/>
                <a:gd name="connsiteX2" fmla="*/ 0 w 550806"/>
                <a:gd name="connsiteY2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0806" h="588834">
                  <a:moveTo>
                    <a:pt x="550806" y="588834"/>
                  </a:move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2" name="العنوان 21">
            <a:extLst>
              <a:ext uri="{FF2B5EF4-FFF2-40B4-BE49-F238E27FC236}">
                <a16:creationId xmlns:a16="http://schemas.microsoft.com/office/drawing/2014/main" id="{BA160141-042F-4099-856C-C1D62E0FF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7188000" y="3163899"/>
            <a:ext cx="4860000" cy="1800000"/>
          </a:xfrm>
        </p:spPr>
        <p:txBody>
          <a:bodyPr rtlCol="1"/>
          <a:lstStyle/>
          <a:p>
            <a:pPr algn="r" rtl="1"/>
            <a:r>
              <a:rPr lang="ar-SA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الذكاء الاصطناعي ودوره في رفع كفاءة العاملين في المؤسسة</a:t>
            </a:r>
          </a:p>
        </p:txBody>
      </p:sp>
      <p:sp>
        <p:nvSpPr>
          <p:cNvPr id="23" name="عنوان فرعي 22">
            <a:extLst>
              <a:ext uri="{FF2B5EF4-FFF2-40B4-BE49-F238E27FC236}">
                <a16:creationId xmlns:a16="http://schemas.microsoft.com/office/drawing/2014/main" id="{212BE0C8-3274-44C1-93C2-9347988BD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7188000" y="5119698"/>
            <a:ext cx="4860000" cy="836602"/>
          </a:xfrm>
        </p:spPr>
        <p:txBody>
          <a:bodyPr rtlCol="1"/>
          <a:lstStyle/>
          <a:p>
            <a:pPr rtl="1"/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م. أحمد كمال البحيصي</a:t>
            </a:r>
            <a:endParaRPr lang="ar-SA" noProof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عنصر نائب للصورة 39" descr="تصميم ثلاثي من بناء عن قرب">
            <a:extLst>
              <a:ext uri="{FF2B5EF4-FFF2-40B4-BE49-F238E27FC236}">
                <a16:creationId xmlns:a16="http://schemas.microsoft.com/office/drawing/2014/main" id="{2EC3AED0-517E-41C1-9ECD-ABB0A850496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778800"/>
          </a:xfrm>
        </p:spPr>
      </p:pic>
      <p:sp>
        <p:nvSpPr>
          <p:cNvPr id="22" name="العنوان 21">
            <a:extLst>
              <a:ext uri="{FF2B5EF4-FFF2-40B4-BE49-F238E27FC236}">
                <a16:creationId xmlns:a16="http://schemas.microsoft.com/office/drawing/2014/main" id="{BA160141-042F-4099-856C-C1D62E0FF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7188000" y="144000"/>
            <a:ext cx="4860000" cy="6480000"/>
          </a:xfrm>
        </p:spPr>
        <p:txBody>
          <a:bodyPr rtlCol="1"/>
          <a:lstStyle/>
          <a:p>
            <a:pPr algn="ctr" rtl="1"/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المقدمة</a:t>
            </a:r>
          </a:p>
        </p:txBody>
      </p:sp>
      <p:pic>
        <p:nvPicPr>
          <p:cNvPr id="32" name="عنصر نائب للصورة 31" descr="نفق خشبي طويل">
            <a:extLst>
              <a:ext uri="{FF2B5EF4-FFF2-40B4-BE49-F238E27FC236}">
                <a16:creationId xmlns:a16="http://schemas.microsoft.com/office/drawing/2014/main" id="{ADA7147C-9048-4CCD-A9FA-54C09406C1E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651606" y="764518"/>
            <a:ext cx="3932788" cy="2448000"/>
          </a:xfrm>
        </p:spPr>
      </p:pic>
      <p:sp>
        <p:nvSpPr>
          <p:cNvPr id="7" name="مستطيل 6">
            <a:extLst>
              <a:ext uri="{FF2B5EF4-FFF2-40B4-BE49-F238E27FC236}">
                <a16:creationId xmlns:a16="http://schemas.microsoft.com/office/drawing/2014/main" id="{432C84AD-44F1-45D1-9F68-3FDC756E5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452650" y="3386488"/>
            <a:ext cx="4330700" cy="182434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مستطيل 6">
            <a:extLst>
              <a:ext uri="{FF2B5EF4-FFF2-40B4-BE49-F238E27FC236}">
                <a16:creationId xmlns:a16="http://schemas.microsoft.com/office/drawing/2014/main" id="{8442E937-7F5A-4CF2-98BD-C9CF5F2B4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7452650" y="404285"/>
            <a:ext cx="4330700" cy="182434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9" name="المجموعة 8" descr="عنصر نائب للشعار">
            <a:extLst>
              <a:ext uri="{FF2B5EF4-FFF2-40B4-BE49-F238E27FC236}">
                <a16:creationId xmlns:a16="http://schemas.microsoft.com/office/drawing/2014/main" id="{3F31EBC4-0A2C-402C-AE20-AC3F0C88AF14}"/>
              </a:ext>
            </a:extLst>
          </p:cNvPr>
          <p:cNvGrpSpPr/>
          <p:nvPr/>
        </p:nvGrpSpPr>
        <p:grpSpPr>
          <a:xfrm flipH="1">
            <a:off x="153352" y="6067700"/>
            <a:ext cx="2173095" cy="523220"/>
            <a:chOff x="-7745735" y="1950690"/>
            <a:chExt cx="2173095" cy="523220"/>
          </a:xfrm>
        </p:grpSpPr>
        <p:sp>
          <p:nvSpPr>
            <p:cNvPr id="10" name="مستطيل 9">
              <a:extLst>
                <a:ext uri="{FF2B5EF4-FFF2-40B4-BE49-F238E27FC236}">
                  <a16:creationId xmlns:a16="http://schemas.microsoft.com/office/drawing/2014/main" id="{53F4EED9-3E92-4A9D-8DA8-01DFF623C45D}"/>
                </a:ext>
              </a:extLst>
            </p:cNvPr>
            <p:cNvSpPr/>
            <p:nvPr/>
          </p:nvSpPr>
          <p:spPr>
            <a:xfrm flipH="1">
              <a:off x="-7745735" y="1950690"/>
              <a:ext cx="2173095" cy="523220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1" anchor="ctr">
              <a:noAutofit/>
            </a:bodyPr>
            <a:lstStyle/>
            <a:p>
              <a:pPr algn="ctr" rtl="1"/>
              <a:r>
                <a:rPr lang="en-US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Contoso </a:t>
              </a:r>
              <a:r>
                <a:rPr lang="en-US" sz="2000" i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Ltd</a:t>
              </a: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sp>
          <p:nvSpPr>
            <p:cNvPr id="11" name="مستطيل 6">
              <a:extLst>
                <a:ext uri="{FF2B5EF4-FFF2-40B4-BE49-F238E27FC236}">
                  <a16:creationId xmlns:a16="http://schemas.microsoft.com/office/drawing/2014/main" id="{932EEAB5-EC39-4A1C-9DB2-86C49079560B}"/>
                </a:ext>
              </a:extLst>
            </p:cNvPr>
            <p:cNvSpPr/>
            <p:nvPr/>
          </p:nvSpPr>
          <p:spPr>
            <a:xfrm flipH="1" flipV="1">
              <a:off x="-5877672" y="2034539"/>
              <a:ext cx="203115" cy="177761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  <a:gd name="connsiteX0" fmla="*/ 4330700 w 4330700"/>
                <a:gd name="connsiteY0" fmla="*/ 588834 h 588834"/>
                <a:gd name="connsiteX1" fmla="*/ 0 w 4330700"/>
                <a:gd name="connsiteY1" fmla="*/ 588834 h 588834"/>
                <a:gd name="connsiteX2" fmla="*/ 0 w 4330700"/>
                <a:gd name="connsiteY2" fmla="*/ 0 h 588834"/>
                <a:gd name="connsiteX0" fmla="*/ 550806 w 550806"/>
                <a:gd name="connsiteY0" fmla="*/ 588834 h 588834"/>
                <a:gd name="connsiteX1" fmla="*/ 0 w 550806"/>
                <a:gd name="connsiteY1" fmla="*/ 588834 h 588834"/>
                <a:gd name="connsiteX2" fmla="*/ 0 w 550806"/>
                <a:gd name="connsiteY2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0806" h="588834">
                  <a:moveTo>
                    <a:pt x="550806" y="588834"/>
                  </a:move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6619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63BC4-E1D8-1A45-4AC7-35BD3660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FE20092A-489F-A978-71DD-5D3345103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A7D44786-E8B8-D1D3-3A43-20152811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 algn="r" rtl="1"/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لماذا هذه الدورة الآن؟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7556A5B1-8955-7E7C-3E9B-F11145F25D1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/>
          <a:p>
            <a:pPr rtl="1"/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لماذا نحتاج هذه الدورة الآن؟</a:t>
            </a:r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011411C-8696-6042-87D2-2007813BEE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flipH="1">
            <a:off x="2500883" y="5718849"/>
            <a:ext cx="8831332" cy="735012"/>
          </a:xfrm>
        </p:spPr>
        <p:txBody>
          <a:bodyPr rtlCol="1"/>
          <a:lstStyle/>
          <a:p>
            <a:pPr marL="0" marR="0" lvl="0" indent="0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سؤال تفاعلي:</a:t>
            </a:r>
          </a:p>
          <a:p>
            <a:pPr marL="0" marR="0" lvl="0" indent="0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"كم ساعة تقضون يومياً في مهام روتينية مثل: كتابة التقارير، الردود على الإيميلات، البحث، أو تلخيص المستندات؟"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96CA01D-0631-6187-EE16-0C9DB9BF89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عنصر نائب للمحتوى 24">
            <a:extLst>
              <a:ext uri="{FF2B5EF4-FFF2-40B4-BE49-F238E27FC236}">
                <a16:creationId xmlns:a16="http://schemas.microsoft.com/office/drawing/2014/main" id="{A30BF693-C5DA-E4C3-FC2F-0D7CD1EF0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1409075" y="1872741"/>
            <a:ext cx="9015960" cy="28281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ar-SA" dirty="0"/>
              <a:t>العالم يشهد أسرع تحول تكنولوجي في التاريخ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ar-SA" dirty="0"/>
              <a:t>الذكاء الاصطناعي لم يعد خياراً... بل ضرورة للبقاء تنافسيين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ar-SA" dirty="0"/>
              <a:t>الموظفون الذين يتقنون الـ </a:t>
            </a:r>
            <a:r>
              <a:rPr lang="en-US" dirty="0"/>
              <a:t>AI </a:t>
            </a:r>
            <a:r>
              <a:rPr lang="ar-SA" dirty="0"/>
              <a:t>سيكونون أكثر كفاءة وتميزاً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ar-SA" b="1" dirty="0"/>
              <a:t>إحصائيات مهمة:</a:t>
            </a:r>
            <a:r>
              <a:rPr lang="ar-SA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dirty="0"/>
              <a:t>زيادة الإنتاجية بنسبة ٣٠-٥٠٪ للموظفين الذين يستخدمون الـ </a:t>
            </a:r>
            <a:r>
              <a:rPr lang="en-US" dirty="0"/>
              <a:t>AI </a:t>
            </a:r>
            <a:r>
              <a:rPr lang="ar-SA" dirty="0"/>
              <a:t>يومياً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dirty="0"/>
              <a:t>توفير ١٠-٢٠ ساعة عمل شهرياً لكل موظف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dirty="0"/>
              <a:t>أكثر من ٨٠٪ من الشركات الناجحة تدرب موظفيها على الـ </a:t>
            </a:r>
            <a:r>
              <a:rPr lang="en-US" dirty="0"/>
              <a:t>AI (</a:t>
            </a:r>
            <a:r>
              <a:rPr lang="ar-SA" dirty="0"/>
              <a:t>تقارير ٢٠٢٥-٢٠٢٦)</a:t>
            </a:r>
          </a:p>
          <a:p>
            <a:endParaRPr lang="ar-PS" dirty="0"/>
          </a:p>
        </p:txBody>
      </p:sp>
      <p:pic>
        <p:nvPicPr>
          <p:cNvPr id="27" name="صورة 26">
            <a:extLst>
              <a:ext uri="{FF2B5EF4-FFF2-40B4-BE49-F238E27FC236}">
                <a16:creationId xmlns:a16="http://schemas.microsoft.com/office/drawing/2014/main" id="{991985B5-9C17-078C-2A71-267FFEEF5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141" y="1812896"/>
            <a:ext cx="573074" cy="57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3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CC3BC-C3FC-CEB5-8734-4923144E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6873DE63-A089-3455-193A-705D752B9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23887C4B-68DF-3FF3-138F-3A01F0C2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 algn="r" rtl="1"/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أهداف الدورة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EDCB60FE-53F2-01A3-9461-DEB277CF86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أهداف الدورة التدريبية</a:t>
            </a:r>
          </a:p>
        </p:txBody>
      </p:sp>
      <p:pic>
        <p:nvPicPr>
          <p:cNvPr id="5" name="عنصر نائب للصورة 4" descr="مركز الهدف">
            <a:extLst>
              <a:ext uri="{FF2B5EF4-FFF2-40B4-BE49-F238E27FC236}">
                <a16:creationId xmlns:a16="http://schemas.microsoft.com/office/drawing/2014/main" id="{8BF4754A-EF38-3797-21AF-8F72DFD67A0B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0597202" y="1722438"/>
            <a:ext cx="735013" cy="735012"/>
          </a:xfrm>
        </p:spPr>
      </p:pic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5763B0E-8E62-CFF0-81C3-06CBD244A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عنصر نائب للمحتوى 24">
            <a:extLst>
              <a:ext uri="{FF2B5EF4-FFF2-40B4-BE49-F238E27FC236}">
                <a16:creationId xmlns:a16="http://schemas.microsoft.com/office/drawing/2014/main" id="{29C6AE6B-320B-BC0D-B92D-2391BA2B6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1409075" y="1872741"/>
            <a:ext cx="9015960" cy="31639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SA" dirty="0"/>
              <a:t>تمكينك من استخدام أدوات الذكاء الاصطناعي بثقة واحترافية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SA" dirty="0"/>
              <a:t>رفع كفاءتك الشخصية وإنجاز المهام بنسبة أسرع بنسبة ٣٠-٥٠٪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SA" dirty="0"/>
              <a:t>تقليل الوقت والجهد في المهام الروتينية والتكرارية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SA" dirty="0"/>
              <a:t>تعلم فن "</a:t>
            </a:r>
            <a:r>
              <a:rPr lang="en-US" dirty="0"/>
              <a:t>Prompt Engineering" </a:t>
            </a:r>
            <a:r>
              <a:rPr lang="ar-SA" dirty="0"/>
              <a:t>للحصول على أفضل النتائج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SA" dirty="0"/>
              <a:t>بناء ثقافة التعلم المستمر وتبادل الخبرات داخل المؤسسة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SA" dirty="0"/>
              <a:t>قياس التحسن الشخصي قبل وبعد الدورة</a:t>
            </a:r>
            <a:endParaRPr lang="ar-PS" dirty="0"/>
          </a:p>
        </p:txBody>
      </p:sp>
    </p:spTree>
    <p:extLst>
      <p:ext uri="{BB962C8B-B14F-4D97-AF65-F5344CB8AC3E}">
        <p14:creationId xmlns:p14="http://schemas.microsoft.com/office/powerpoint/2010/main" val="340552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29207-742B-F6A0-B887-05414B28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6DAFC4F8-8467-D2FE-B261-6D0B2FC7C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FBEAC635-7E84-4BBB-6876-2DAE199B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 algn="r" rtl="1"/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جدول الدورة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A92542BB-64AA-A136-341A-2AED2E92023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هيكل الدورة التدريبية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D371429-B109-0D33-202A-0168D697E9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232AA561-BECF-9E47-3199-6BEC9EB97C0C}"/>
              </a:ext>
            </a:extLst>
          </p:cNvPr>
          <p:cNvSpPr txBox="1"/>
          <p:nvPr/>
        </p:nvSpPr>
        <p:spPr>
          <a:xfrm>
            <a:off x="4860561" y="1741570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400" b="1" dirty="0">
                <a:effectLst/>
              </a:rPr>
              <a:t>الجدول أو القائمة:</a:t>
            </a:r>
          </a:p>
        </p:txBody>
      </p:sp>
      <p:graphicFrame>
        <p:nvGraphicFramePr>
          <p:cNvPr id="11" name="جدول 10">
            <a:extLst>
              <a:ext uri="{FF2B5EF4-FFF2-40B4-BE49-F238E27FC236}">
                <a16:creationId xmlns:a16="http://schemas.microsoft.com/office/drawing/2014/main" id="{C53CE623-512D-C45D-C427-62D344F4E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219625"/>
              </p:ext>
            </p:extLst>
          </p:nvPr>
        </p:nvGraphicFramePr>
        <p:xfrm>
          <a:off x="2548329" y="2644278"/>
          <a:ext cx="8523411" cy="2257740"/>
        </p:xfrm>
        <a:graphic>
          <a:graphicData uri="http://schemas.openxmlformats.org/drawingml/2006/table">
            <a:tbl>
              <a:tblPr rtl="1" firstRow="1" bandRow="1">
                <a:tableStyleId>{22838BEF-8BB2-4498-84A7-C5851F593DF1}</a:tableStyleId>
              </a:tblPr>
              <a:tblGrid>
                <a:gridCol w="2841137">
                  <a:extLst>
                    <a:ext uri="{9D8B030D-6E8A-4147-A177-3AD203B41FA5}">
                      <a16:colId xmlns:a16="http://schemas.microsoft.com/office/drawing/2014/main" val="1221636016"/>
                    </a:ext>
                  </a:extLst>
                </a:gridCol>
                <a:gridCol w="2841137">
                  <a:extLst>
                    <a:ext uri="{9D8B030D-6E8A-4147-A177-3AD203B41FA5}">
                      <a16:colId xmlns:a16="http://schemas.microsoft.com/office/drawing/2014/main" val="3540775836"/>
                    </a:ext>
                  </a:extLst>
                </a:gridCol>
                <a:gridCol w="2841137">
                  <a:extLst>
                    <a:ext uri="{9D8B030D-6E8A-4147-A177-3AD203B41FA5}">
                      <a16:colId xmlns:a16="http://schemas.microsoft.com/office/drawing/2014/main" val="2778222958"/>
                    </a:ext>
                  </a:extLst>
                </a:gridCol>
              </a:tblGrid>
              <a:tr h="451548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الوحدة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الموضوع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المدة التقريبية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34931"/>
                  </a:ext>
                </a:extLst>
              </a:tr>
              <a:tr h="451548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الوحدة الأولى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الأساسيات والمفاهيم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٢ ساعات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255804"/>
                  </a:ext>
                </a:extLst>
              </a:tr>
              <a:tr h="451548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الوحدة الثانية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أدوات الـ </a:t>
                      </a:r>
                      <a:r>
                        <a:rPr lang="en-US" sz="1800" dirty="0"/>
                        <a:t>AI </a:t>
                      </a:r>
                      <a:r>
                        <a:rPr lang="ar-SA" sz="1800" dirty="0"/>
                        <a:t>الرئيسية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٣ ساعات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748411"/>
                  </a:ext>
                </a:extLst>
              </a:tr>
              <a:tr h="451548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الوحدة الثالثة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التطبيقات العملية على المهام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٦-٨ ساعات (الأساس)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087591"/>
                  </a:ext>
                </a:extLst>
              </a:tr>
              <a:tr h="451548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الوحدة الرابعة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مشاريع تطبيقية + تقييم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SA" sz="1800" dirty="0"/>
                        <a:t>٢-٣ ساعات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638856"/>
                  </a:ext>
                </a:extLst>
              </a:tr>
            </a:tbl>
          </a:graphicData>
        </a:graphic>
      </p:graphicFrame>
      <p:pic>
        <p:nvPicPr>
          <p:cNvPr id="14" name="صورة 13">
            <a:extLst>
              <a:ext uri="{FF2B5EF4-FFF2-40B4-BE49-F238E27FC236}">
                <a16:creationId xmlns:a16="http://schemas.microsoft.com/office/drawing/2014/main" id="{CB71042A-9D4D-ACF4-2056-1A164E2AB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740" y="1685865"/>
            <a:ext cx="573074" cy="57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82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4FDD-0E4F-A026-87D6-58302FF3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B0E9E806-A404-3AD8-B0F6-031B83C11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9C0C0C16-7D52-FC1C-837A-0655E44BC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قواعد وإرشادات الدورة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225D4531-65FA-0619-11BE-9399BCEA141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لنجعل هذه الدورة ناجحة ومفيدة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37246405-2420-E5A1-3BFB-66476022AC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عنصر نائب للمحتوى 24">
            <a:extLst>
              <a:ext uri="{FF2B5EF4-FFF2-40B4-BE49-F238E27FC236}">
                <a16:creationId xmlns:a16="http://schemas.microsoft.com/office/drawing/2014/main" id="{E7B2934A-9139-C115-904F-06FD75958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1409075" y="1872741"/>
            <a:ext cx="9015960" cy="31639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A" dirty="0"/>
              <a:t>أحضر جهاز اللابتوب الخاص بك (مطلوب للتطبيق العملي)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A" dirty="0"/>
              <a:t>شارك بفاعلية وطرح الأسئلة بحرية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A" dirty="0"/>
              <a:t>ركز على تطبيق كل فكرة على مهام عملك الحقيقية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A" dirty="0"/>
              <a:t>احترام خصوصية الآخرين وعدم مشاركة بيانات حساسة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A" dirty="0"/>
              <a:t>كن ملتزماً بالحضور وأكمل المشاريع التطبيقية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A" dirty="0"/>
              <a:t>سننشئ مجموعة واتساب/</a:t>
            </a:r>
            <a:r>
              <a:rPr lang="ar-SA" dirty="0" err="1"/>
              <a:t>تيمز</a:t>
            </a:r>
            <a:r>
              <a:rPr lang="ar-SA" dirty="0"/>
              <a:t> للدعم خلال الدورة</a:t>
            </a:r>
            <a:endParaRPr lang="ar-PS" dirty="0"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F52B9645-99DB-AE29-A4B7-C9729B335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543" y="1872741"/>
            <a:ext cx="518205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9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C1745-8DA8-6D07-40EF-5DC62F51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عنصر نائب للصورة 39" descr="تصميم ثلاثي من بناء عن قرب">
            <a:extLst>
              <a:ext uri="{FF2B5EF4-FFF2-40B4-BE49-F238E27FC236}">
                <a16:creationId xmlns:a16="http://schemas.microsoft.com/office/drawing/2014/main" id="{55D72EC6-7210-E461-564B-11BC3F4E24A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778800"/>
          </a:xfrm>
        </p:spPr>
      </p:pic>
      <p:sp>
        <p:nvSpPr>
          <p:cNvPr id="22" name="العنوان 21">
            <a:extLst>
              <a:ext uri="{FF2B5EF4-FFF2-40B4-BE49-F238E27FC236}">
                <a16:creationId xmlns:a16="http://schemas.microsoft.com/office/drawing/2014/main" id="{90D0E531-DF47-98FF-807C-F5E385688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7188000" y="144000"/>
            <a:ext cx="4860000" cy="6480000"/>
          </a:xfrm>
        </p:spPr>
        <p:txBody>
          <a:bodyPr rtlCol="1"/>
          <a:lstStyle/>
          <a:p>
            <a:pPr algn="ctr" rtl="1"/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الأساسيات</a:t>
            </a:r>
          </a:p>
        </p:txBody>
      </p:sp>
      <p:pic>
        <p:nvPicPr>
          <p:cNvPr id="32" name="عنصر نائب للصورة 31" descr="نفق خشبي طويل">
            <a:extLst>
              <a:ext uri="{FF2B5EF4-FFF2-40B4-BE49-F238E27FC236}">
                <a16:creationId xmlns:a16="http://schemas.microsoft.com/office/drawing/2014/main" id="{754F0B8A-B5FB-7EC8-1EAF-18BB10A6A1D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651606" y="764518"/>
            <a:ext cx="3932788" cy="2448000"/>
          </a:xfrm>
        </p:spPr>
      </p:pic>
      <p:sp>
        <p:nvSpPr>
          <p:cNvPr id="7" name="مستطيل 6">
            <a:extLst>
              <a:ext uri="{FF2B5EF4-FFF2-40B4-BE49-F238E27FC236}">
                <a16:creationId xmlns:a16="http://schemas.microsoft.com/office/drawing/2014/main" id="{86B32310-6ADC-51C6-E826-A980635A8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452650" y="3386488"/>
            <a:ext cx="4330700" cy="182434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مستطيل 6">
            <a:extLst>
              <a:ext uri="{FF2B5EF4-FFF2-40B4-BE49-F238E27FC236}">
                <a16:creationId xmlns:a16="http://schemas.microsoft.com/office/drawing/2014/main" id="{55945AD2-8695-FFE6-C43B-5FA491614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7452650" y="404285"/>
            <a:ext cx="4330700" cy="182434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9" name="المجموعة 8" descr="عنصر نائب للشعار">
            <a:extLst>
              <a:ext uri="{FF2B5EF4-FFF2-40B4-BE49-F238E27FC236}">
                <a16:creationId xmlns:a16="http://schemas.microsoft.com/office/drawing/2014/main" id="{15ACBDD3-EA60-E7A3-6C75-6B239A62F961}"/>
              </a:ext>
            </a:extLst>
          </p:cNvPr>
          <p:cNvGrpSpPr/>
          <p:nvPr/>
        </p:nvGrpSpPr>
        <p:grpSpPr>
          <a:xfrm flipH="1">
            <a:off x="153352" y="6067700"/>
            <a:ext cx="2173095" cy="523220"/>
            <a:chOff x="-7745735" y="1950690"/>
            <a:chExt cx="2173095" cy="523220"/>
          </a:xfrm>
        </p:grpSpPr>
        <p:sp>
          <p:nvSpPr>
            <p:cNvPr id="10" name="مستطيل 9">
              <a:extLst>
                <a:ext uri="{FF2B5EF4-FFF2-40B4-BE49-F238E27FC236}">
                  <a16:creationId xmlns:a16="http://schemas.microsoft.com/office/drawing/2014/main" id="{03E56B53-1240-1043-6F74-E31B999E837F}"/>
                </a:ext>
              </a:extLst>
            </p:cNvPr>
            <p:cNvSpPr/>
            <p:nvPr/>
          </p:nvSpPr>
          <p:spPr>
            <a:xfrm flipH="1">
              <a:off x="-7745735" y="1950690"/>
              <a:ext cx="2173095" cy="523220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1" anchor="ctr">
              <a:noAutofit/>
            </a:bodyPr>
            <a:lstStyle/>
            <a:p>
              <a:pPr algn="ctr" rtl="1"/>
              <a:r>
                <a:rPr lang="en-US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Contoso </a:t>
              </a:r>
              <a:r>
                <a:rPr lang="en-US" sz="2000" i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Ltd</a:t>
              </a: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sp>
          <p:nvSpPr>
            <p:cNvPr id="11" name="مستطيل 6">
              <a:extLst>
                <a:ext uri="{FF2B5EF4-FFF2-40B4-BE49-F238E27FC236}">
                  <a16:creationId xmlns:a16="http://schemas.microsoft.com/office/drawing/2014/main" id="{7F29A0B5-AB2F-35D7-940E-20E8D20F7E2E}"/>
                </a:ext>
              </a:extLst>
            </p:cNvPr>
            <p:cNvSpPr/>
            <p:nvPr/>
          </p:nvSpPr>
          <p:spPr>
            <a:xfrm flipH="1" flipV="1">
              <a:off x="-5877672" y="2034539"/>
              <a:ext cx="203115" cy="177761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  <a:gd name="connsiteX0" fmla="*/ 4330700 w 4330700"/>
                <a:gd name="connsiteY0" fmla="*/ 588834 h 588834"/>
                <a:gd name="connsiteX1" fmla="*/ 0 w 4330700"/>
                <a:gd name="connsiteY1" fmla="*/ 588834 h 588834"/>
                <a:gd name="connsiteX2" fmla="*/ 0 w 4330700"/>
                <a:gd name="connsiteY2" fmla="*/ 0 h 588834"/>
                <a:gd name="connsiteX0" fmla="*/ 550806 w 550806"/>
                <a:gd name="connsiteY0" fmla="*/ 588834 h 588834"/>
                <a:gd name="connsiteX1" fmla="*/ 0 w 550806"/>
                <a:gd name="connsiteY1" fmla="*/ 588834 h 588834"/>
                <a:gd name="connsiteX2" fmla="*/ 0 w 550806"/>
                <a:gd name="connsiteY2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0806" h="588834">
                  <a:moveTo>
                    <a:pt x="550806" y="588834"/>
                  </a:move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5663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DEE0-8565-FA44-84AF-F3C927D3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A0534CF3-5D16-A470-7445-3B0DCD5F4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A0890A4A-2DFD-DA3F-756A-07BC05E48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ما هو الذكاء الاصطناعي التوليدي؟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A7866872-2900-917A-0E13-041FCCFDA7B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ما هو الذكاء الاصطناعي التوليدي (</a:t>
            </a:r>
            <a:r>
              <a:rPr lang="en-US" dirty="0">
                <a:effectLst/>
              </a:rPr>
              <a:t>Generative AI)؟</a:t>
            </a:r>
            <a:endParaRPr lang="ar-SA" dirty="0">
              <a:effectLst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B274487-A643-DEF2-993C-E52C0806CC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1772A6E8-B103-FB2A-CCF3-1644DE4F1199}"/>
              </a:ext>
            </a:extLst>
          </p:cNvPr>
          <p:cNvSpPr txBox="1"/>
          <p:nvPr/>
        </p:nvSpPr>
        <p:spPr>
          <a:xfrm>
            <a:off x="3046750" y="1634090"/>
            <a:ext cx="812092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r-SA" sz="2400" b="1" dirty="0">
                <a:effectLst/>
              </a:rPr>
              <a:t>النقاط الرئيسية:</a:t>
            </a:r>
            <a:endParaRPr lang="ar-SA" sz="2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sz="2400" b="1" dirty="0"/>
              <a:t>تعريف بسيط:</a:t>
            </a:r>
            <a:r>
              <a:rPr lang="ar-SA" sz="2400" dirty="0"/>
              <a:t> </a:t>
            </a:r>
            <a:r>
              <a:rPr lang="ar-SA" sz="2000" dirty="0"/>
              <a:t>نموذج ذكاء اصطناعي يستطيع إنشاء محتوى جديد (نصوص، أفكار، جداول، عروض، صور، كود) يشبه ما ينتجه الإنسان.</a:t>
            </a:r>
            <a:endParaRPr lang="ar-SA" sz="2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400" b="1" dirty="0"/>
              <a:t>الفرق الجوهري:</a:t>
            </a:r>
            <a:endParaRPr lang="ar-SA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AI </a:t>
            </a:r>
            <a:r>
              <a:rPr lang="ar-SA" sz="2000" dirty="0"/>
              <a:t>التقليدي: يصنف ويتنبأ (مثل فلتر </a:t>
            </a:r>
            <a:r>
              <a:rPr lang="ar-SA" sz="2000" dirty="0" err="1"/>
              <a:t>السبام</a:t>
            </a:r>
            <a:r>
              <a:rPr lang="ar-SA" sz="20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AI </a:t>
            </a:r>
            <a:r>
              <a:rPr lang="ar-SA" sz="2000" dirty="0"/>
              <a:t>التوليدي: يخلق محتوى جديداً بناءً على طلبك.</a:t>
            </a:r>
            <a:endParaRPr lang="ar-SA" sz="2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400" b="1" dirty="0"/>
              <a:t>كيف يساعد في رفع كفاءة العاملين؟</a:t>
            </a:r>
            <a:endParaRPr lang="ar-SA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ar-SA" sz="2000" dirty="0"/>
              <a:t>يحول المهام الروتينية إلى مهام إبداعية واستراتيجية.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ar-SA" sz="2000" dirty="0"/>
              <a:t>يوفر ساعات عمل يومياً.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ar-SA" sz="2000" dirty="0"/>
              <a:t>يقلل الجهد الذهني ويزيد الإنتاجية بنسبة ٣٠-٥٠٪.</a:t>
            </a:r>
          </a:p>
        </p:txBody>
      </p:sp>
    </p:spTree>
    <p:extLst>
      <p:ext uri="{BB962C8B-B14F-4D97-AF65-F5344CB8AC3E}">
        <p14:creationId xmlns:p14="http://schemas.microsoft.com/office/powerpoint/2010/main" val="315292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2E735-D648-85C0-1752-2596B235E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0B23BB29-DF13-4D62-CF60-5C5D7CAB7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2C826FA8-3388-AFAE-674F-A7C4091E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أشهر أدوات الذكاء الاصطناعي (جدول مقارنة ٢٠٢٦)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0D9DD6AF-3C41-B443-C90D-788E97471DF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أفضل أدوات الـ </a:t>
            </a:r>
            <a:r>
              <a:rPr lang="en-US" dirty="0">
                <a:effectLst/>
              </a:rPr>
              <a:t>AI </a:t>
            </a:r>
            <a:r>
              <a:rPr lang="ar-SA" dirty="0">
                <a:effectLst/>
              </a:rPr>
              <a:t>المتاحة حالياً (مجانية ومدفوعة)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EECDC96-F613-CBFA-86DD-0756588A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E4B6C0DA-D8A1-2B23-3081-5B9D6FF4CAC6}"/>
              </a:ext>
            </a:extLst>
          </p:cNvPr>
          <p:cNvSpPr txBox="1"/>
          <p:nvPr/>
        </p:nvSpPr>
        <p:spPr>
          <a:xfrm>
            <a:off x="5340246" y="1512000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000" b="1" dirty="0">
                <a:effectLst/>
              </a:rPr>
              <a:t>جدول المقارنة :</a:t>
            </a:r>
          </a:p>
        </p:txBody>
      </p:sp>
      <p:graphicFrame>
        <p:nvGraphicFramePr>
          <p:cNvPr id="5" name="جدول 4">
            <a:extLst>
              <a:ext uri="{FF2B5EF4-FFF2-40B4-BE49-F238E27FC236}">
                <a16:creationId xmlns:a16="http://schemas.microsoft.com/office/drawing/2014/main" id="{8DE9B5B9-8645-B97A-71D9-366819008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019204"/>
              </p:ext>
            </p:extLst>
          </p:nvPr>
        </p:nvGraphicFramePr>
        <p:xfrm>
          <a:off x="1323370" y="2113726"/>
          <a:ext cx="10110376" cy="4099895"/>
        </p:xfrm>
        <a:graphic>
          <a:graphicData uri="http://schemas.openxmlformats.org/drawingml/2006/table">
            <a:tbl>
              <a:tblPr rtl="1" firstRow="1" bandRow="1">
                <a:tableStyleId>{22838BEF-8BB2-4498-84A7-C5851F593DF1}</a:tableStyleId>
              </a:tblPr>
              <a:tblGrid>
                <a:gridCol w="1418689">
                  <a:extLst>
                    <a:ext uri="{9D8B030D-6E8A-4147-A177-3AD203B41FA5}">
                      <a16:colId xmlns:a16="http://schemas.microsoft.com/office/drawing/2014/main" val="1221636016"/>
                    </a:ext>
                  </a:extLst>
                </a:gridCol>
                <a:gridCol w="2533338">
                  <a:extLst>
                    <a:ext uri="{9D8B030D-6E8A-4147-A177-3AD203B41FA5}">
                      <a16:colId xmlns:a16="http://schemas.microsoft.com/office/drawing/2014/main" val="3540775836"/>
                    </a:ext>
                  </a:extLst>
                </a:gridCol>
                <a:gridCol w="2675997">
                  <a:extLst>
                    <a:ext uri="{9D8B030D-6E8A-4147-A177-3AD203B41FA5}">
                      <a16:colId xmlns:a16="http://schemas.microsoft.com/office/drawing/2014/main" val="2778222958"/>
                    </a:ext>
                  </a:extLst>
                </a:gridCol>
                <a:gridCol w="3482352">
                  <a:extLst>
                    <a:ext uri="{9D8B030D-6E8A-4147-A177-3AD203B41FA5}">
                      <a16:colId xmlns:a16="http://schemas.microsoft.com/office/drawing/2014/main" val="928138936"/>
                    </a:ext>
                  </a:extLst>
                </a:gridCol>
              </a:tblGrid>
              <a:tr h="483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الأداة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أفضل استخدام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النسخة المجانية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مميزات رئيسية للموظفين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34931"/>
                  </a:ext>
                </a:extLst>
              </a:tr>
              <a:tr h="42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ChatGPT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متعدد الاستخدامات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جيدة (</a:t>
                      </a:r>
                      <a:r>
                        <a:rPr lang="en-US" dirty="0"/>
                        <a:t>GPT-4o mini)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كتابة، تحليل، أفكار، صور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255804"/>
                  </a:ext>
                </a:extLst>
              </a:tr>
              <a:tr h="42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Claude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كتابة احترافية + تحليل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جيدة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أدق وأكثر طبيعية، سياق طويل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748411"/>
                  </a:ext>
                </a:extLst>
              </a:tr>
              <a:tr h="42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Gemini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بحث + تكامل </a:t>
                      </a:r>
                      <a:r>
                        <a:rPr lang="en-US" dirty="0"/>
                        <a:t>Google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ممتازة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تكامل مع </a:t>
                      </a:r>
                      <a:r>
                        <a:rPr lang="en-US" dirty="0"/>
                        <a:t>Drive &amp; Docs، </a:t>
                      </a:r>
                      <a:r>
                        <a:rPr lang="ar-SA" dirty="0"/>
                        <a:t>بحث قوي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087591"/>
                  </a:ext>
                </a:extLst>
              </a:tr>
              <a:tr h="42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Grok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أسئلة حديثة + دردشة سريعة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متاحة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معلومات حديثة جداً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638856"/>
                  </a:ext>
                </a:extLst>
              </a:tr>
              <a:tr h="42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Copilot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Microsoft 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جيدة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داخل </a:t>
                      </a:r>
                      <a:r>
                        <a:rPr lang="en-US" dirty="0"/>
                        <a:t>Word, Excel, PowerPoint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880094"/>
                  </a:ext>
                </a:extLst>
              </a:tr>
              <a:tr h="42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Perplexity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بحث دقيق مع مصادر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ممتازة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dirty="0"/>
                        <a:t>بحث أكاديمي/مهني مع مراجع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172285"/>
                  </a:ext>
                </a:extLst>
              </a:tr>
              <a:tr h="42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DeepSeek</a:t>
                      </a:r>
                      <a:endParaRPr lang="en-US" sz="1500" dirty="0"/>
                    </a:p>
                  </a:txBody>
                  <a:tcPr marL="77682" marR="77682" marT="38841" marB="388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500" dirty="0"/>
                        <a:t>برمجة + تحليل + مهام فنية</a:t>
                      </a:r>
                    </a:p>
                  </a:txBody>
                  <a:tcPr marL="77682" marR="77682" marT="38841" marB="388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500" dirty="0"/>
                        <a:t>ممتازة (غير محدودة)</a:t>
                      </a:r>
                    </a:p>
                  </a:txBody>
                  <a:tcPr marL="77682" marR="77682" marT="38841" marB="388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500" b="0" dirty="0"/>
                        <a:t>قوي جداً في الكود والرياضيات والمنطق، رخيص ومفتوح المصدر</a:t>
                      </a:r>
                    </a:p>
                  </a:txBody>
                  <a:tcPr marL="77682" marR="77682" marT="38841" marB="38841" anchor="ctr"/>
                </a:tc>
                <a:extLst>
                  <a:ext uri="{0D108BD9-81ED-4DB2-BD59-A6C34878D82A}">
                    <a16:rowId xmlns:a16="http://schemas.microsoft.com/office/drawing/2014/main" val="2152202960"/>
                  </a:ext>
                </a:extLst>
              </a:tr>
              <a:tr h="42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Manus</a:t>
                      </a:r>
                      <a:endParaRPr lang="en-US" sz="1500" dirty="0"/>
                    </a:p>
                  </a:txBody>
                  <a:tcPr marL="77682" marR="77682" marT="38841" marB="388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500" dirty="0"/>
                        <a:t>تنفيذ مهام آلية + أتمتة</a:t>
                      </a:r>
                    </a:p>
                  </a:txBody>
                  <a:tcPr marL="77682" marR="77682" marT="38841" marB="388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500" dirty="0"/>
                        <a:t>محدودة</a:t>
                      </a:r>
                    </a:p>
                  </a:txBody>
                  <a:tcPr marL="77682" marR="77682" marT="38841" marB="388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500" b="0" dirty="0"/>
                        <a:t>وكيل </a:t>
                      </a:r>
                      <a:r>
                        <a:rPr lang="en-US" sz="1500" b="0" dirty="0"/>
                        <a:t>AI </a:t>
                      </a:r>
                      <a:r>
                        <a:rPr lang="ar-SA" sz="1500" b="0" dirty="0"/>
                        <a:t>حقيقي ينفذ المهام، ينشئ ملفات (</a:t>
                      </a:r>
                      <a:r>
                        <a:rPr lang="en-US" sz="1500" b="0" dirty="0"/>
                        <a:t>PPT، </a:t>
                      </a:r>
                      <a:r>
                        <a:rPr lang="ar-SA" sz="1500" b="0" dirty="0"/>
                        <a:t>مواقع)، يتصفح </a:t>
                      </a:r>
                      <a:r>
                        <a:rPr lang="ar-SA" sz="1500" b="0" dirty="0" err="1"/>
                        <a:t>ويؤتمت</a:t>
                      </a:r>
                      <a:endParaRPr lang="ar-SA" sz="1500" b="0" dirty="0"/>
                    </a:p>
                  </a:txBody>
                  <a:tcPr marL="77682" marR="77682" marT="38841" marB="38841" anchor="ctr"/>
                </a:tc>
                <a:extLst>
                  <a:ext uri="{0D108BD9-81ED-4DB2-BD59-A6C34878D82A}">
                    <a16:rowId xmlns:a16="http://schemas.microsoft.com/office/drawing/2014/main" val="500561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58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04E56-3078-D9A0-6845-5E84EB702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E739AA8D-8E16-40BA-1437-B77EF7321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2CCA47AD-77AB-498B-A790-88020D529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أخلاقيات ومخاطر استخدام الـ </a:t>
            </a:r>
            <a:r>
              <a:rPr lang="en-US" dirty="0">
                <a:effectLst/>
              </a:rPr>
              <a:t>AI</a:t>
            </a:r>
            <a:endParaRPr lang="ar-SA" dirty="0">
              <a:effectLst/>
            </a:endParaRP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94272111-30A1-6C4D-D173-D26F82FD14C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الاستخدام الآمن والأخلاقي للذكاء الاصطناعي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CA57CE9-C1FF-2DBD-288A-38270C0432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8859F8C2-0A35-83A4-3205-94C5445BE52E}"/>
              </a:ext>
            </a:extLst>
          </p:cNvPr>
          <p:cNvSpPr txBox="1"/>
          <p:nvPr/>
        </p:nvSpPr>
        <p:spPr>
          <a:xfrm>
            <a:off x="3031761" y="1586877"/>
            <a:ext cx="821086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ar-SA" sz="2000" b="1" dirty="0">
                <a:effectLst/>
              </a:rPr>
              <a:t>المخاطر الرئيسية:</a:t>
            </a:r>
            <a:endParaRPr lang="ar-SA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تسرب البيانات:</a:t>
            </a:r>
            <a:r>
              <a:rPr lang="ar-SA" dirty="0"/>
              <a:t> لا تضع معلومات سرية أو شخصية حساسة.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الهلوسة (</a:t>
            </a:r>
            <a:r>
              <a:rPr lang="en-US" b="1" dirty="0"/>
              <a:t>Hallucination</a:t>
            </a:r>
            <a:r>
              <a:rPr lang="ar-SA" b="1" dirty="0"/>
              <a:t>): </a:t>
            </a:r>
            <a:r>
              <a:rPr lang="ar-SA" dirty="0"/>
              <a:t>الـ </a:t>
            </a:r>
            <a:r>
              <a:rPr lang="en-US" dirty="0"/>
              <a:t>AI </a:t>
            </a:r>
            <a:r>
              <a:rPr lang="ar-SA" dirty="0"/>
              <a:t>قد يخترع معلومات غير صحيحة.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الخصوصية والامتثال:</a:t>
            </a:r>
            <a:r>
              <a:rPr lang="ar-SA" dirty="0"/>
              <a:t> احترام سياسات المؤسسة وقوانين حماية البيانات.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التحيز:</a:t>
            </a:r>
            <a:r>
              <a:rPr lang="ar-SA" dirty="0"/>
              <a:t> قد يعكس الـ </a:t>
            </a:r>
            <a:r>
              <a:rPr lang="en-US" dirty="0"/>
              <a:t>AI </a:t>
            </a:r>
            <a:r>
              <a:rPr lang="ar-SA" dirty="0"/>
              <a:t>تحيزات في بيانات التدريب.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b="1" dirty="0"/>
              <a:t>المسؤولية:</a:t>
            </a:r>
            <a:r>
              <a:rPr lang="ar-SA" dirty="0"/>
              <a:t> أنت المسؤول النهائي عن المخرجات.</a:t>
            </a:r>
          </a:p>
          <a:p>
            <a:pPr>
              <a:lnSpc>
                <a:spcPct val="200000"/>
              </a:lnSpc>
              <a:buNone/>
            </a:pPr>
            <a:r>
              <a:rPr lang="ar-SA" sz="2000" b="1" dirty="0">
                <a:effectLst/>
              </a:rPr>
              <a:t>قواعد ذهبية للموظفين:</a:t>
            </a:r>
            <a:endParaRPr lang="ar-SA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dirty="0"/>
              <a:t>دائماً راجع وتحقق المعلومات.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dirty="0"/>
              <a:t>لا تشارك بيانات المؤسسة الحساسة.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dirty="0"/>
              <a:t>أبلغ الإدارة عن أي استخدام.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dirty="0"/>
              <a:t>استخدم الـ </a:t>
            </a:r>
            <a:r>
              <a:rPr lang="en-US" dirty="0"/>
              <a:t>AI </a:t>
            </a:r>
            <a:r>
              <a:rPr lang="ar-SA" dirty="0"/>
              <a:t>كمساعد، وليس كبديل كامل.</a:t>
            </a:r>
          </a:p>
        </p:txBody>
      </p:sp>
    </p:spTree>
    <p:extLst>
      <p:ext uri="{BB962C8B-B14F-4D97-AF65-F5344CB8AC3E}">
        <p14:creationId xmlns:p14="http://schemas.microsoft.com/office/powerpoint/2010/main" val="207336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C98C-013C-9958-FD4A-756B7532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عنصر نائب للصورة 39" descr="تصميم ثلاثي من بناء عن قرب">
            <a:extLst>
              <a:ext uri="{FF2B5EF4-FFF2-40B4-BE49-F238E27FC236}">
                <a16:creationId xmlns:a16="http://schemas.microsoft.com/office/drawing/2014/main" id="{55658C5D-9F5A-6F0B-F252-492CC53E59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778800"/>
          </a:xfrm>
        </p:spPr>
      </p:pic>
      <p:sp>
        <p:nvSpPr>
          <p:cNvPr id="22" name="العنوان 21">
            <a:extLst>
              <a:ext uri="{FF2B5EF4-FFF2-40B4-BE49-F238E27FC236}">
                <a16:creationId xmlns:a16="http://schemas.microsoft.com/office/drawing/2014/main" id="{ABB35BD9-AB03-41FE-BB0E-FA26D758E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7188000" y="144000"/>
            <a:ext cx="4860000" cy="6480000"/>
          </a:xfrm>
        </p:spPr>
        <p:txBody>
          <a:bodyPr rtlCol="1"/>
          <a:lstStyle/>
          <a:p>
            <a:pPr algn="ctr" rtl="1"/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التطبيقات العملية</a:t>
            </a:r>
          </a:p>
        </p:txBody>
      </p:sp>
      <p:pic>
        <p:nvPicPr>
          <p:cNvPr id="32" name="عنصر نائب للصورة 31" descr="نفق خشبي طويل">
            <a:extLst>
              <a:ext uri="{FF2B5EF4-FFF2-40B4-BE49-F238E27FC236}">
                <a16:creationId xmlns:a16="http://schemas.microsoft.com/office/drawing/2014/main" id="{12725004-6786-F9EA-8E94-723FBF304C7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651606" y="764518"/>
            <a:ext cx="3932788" cy="2448000"/>
          </a:xfrm>
        </p:spPr>
      </p:pic>
      <p:sp>
        <p:nvSpPr>
          <p:cNvPr id="7" name="مستطيل 6">
            <a:extLst>
              <a:ext uri="{FF2B5EF4-FFF2-40B4-BE49-F238E27FC236}">
                <a16:creationId xmlns:a16="http://schemas.microsoft.com/office/drawing/2014/main" id="{C275EEA9-A40E-FE7F-C43A-FEA2C74C8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452650" y="3386488"/>
            <a:ext cx="4330700" cy="182434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مستطيل 6">
            <a:extLst>
              <a:ext uri="{FF2B5EF4-FFF2-40B4-BE49-F238E27FC236}">
                <a16:creationId xmlns:a16="http://schemas.microsoft.com/office/drawing/2014/main" id="{EA5AE89A-5069-93FB-0B99-BA8689C06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7452650" y="404285"/>
            <a:ext cx="4330700" cy="182434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9" name="المجموعة 8" descr="عنصر نائب للشعار">
            <a:extLst>
              <a:ext uri="{FF2B5EF4-FFF2-40B4-BE49-F238E27FC236}">
                <a16:creationId xmlns:a16="http://schemas.microsoft.com/office/drawing/2014/main" id="{93546AFC-FF51-FCD8-1535-DA2EF469E80A}"/>
              </a:ext>
            </a:extLst>
          </p:cNvPr>
          <p:cNvGrpSpPr/>
          <p:nvPr/>
        </p:nvGrpSpPr>
        <p:grpSpPr>
          <a:xfrm flipH="1">
            <a:off x="153352" y="6067700"/>
            <a:ext cx="2173095" cy="523220"/>
            <a:chOff x="-7745735" y="1950690"/>
            <a:chExt cx="2173095" cy="523220"/>
          </a:xfrm>
        </p:grpSpPr>
        <p:sp>
          <p:nvSpPr>
            <p:cNvPr id="10" name="مستطيل 9">
              <a:extLst>
                <a:ext uri="{FF2B5EF4-FFF2-40B4-BE49-F238E27FC236}">
                  <a16:creationId xmlns:a16="http://schemas.microsoft.com/office/drawing/2014/main" id="{AE10C27E-53DF-DB03-C8C7-589BA518BA4B}"/>
                </a:ext>
              </a:extLst>
            </p:cNvPr>
            <p:cNvSpPr/>
            <p:nvPr/>
          </p:nvSpPr>
          <p:spPr>
            <a:xfrm flipH="1">
              <a:off x="-7745735" y="1950690"/>
              <a:ext cx="2173095" cy="523220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1" anchor="ctr">
              <a:noAutofit/>
            </a:bodyPr>
            <a:lstStyle/>
            <a:p>
              <a:pPr algn="ctr" rtl="1"/>
              <a:r>
                <a:rPr lang="en-US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Contoso </a:t>
              </a:r>
              <a:r>
                <a:rPr lang="en-US" sz="2000" i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Ltd</a:t>
              </a: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sp>
          <p:nvSpPr>
            <p:cNvPr id="11" name="مستطيل 6">
              <a:extLst>
                <a:ext uri="{FF2B5EF4-FFF2-40B4-BE49-F238E27FC236}">
                  <a16:creationId xmlns:a16="http://schemas.microsoft.com/office/drawing/2014/main" id="{7D615D8D-B068-6D0E-D9E5-8411274F7D2F}"/>
                </a:ext>
              </a:extLst>
            </p:cNvPr>
            <p:cNvSpPr/>
            <p:nvPr/>
          </p:nvSpPr>
          <p:spPr>
            <a:xfrm flipH="1" flipV="1">
              <a:off x="-5877672" y="2034539"/>
              <a:ext cx="203115" cy="177761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  <a:gd name="connsiteX0" fmla="*/ 4330700 w 4330700"/>
                <a:gd name="connsiteY0" fmla="*/ 588834 h 588834"/>
                <a:gd name="connsiteX1" fmla="*/ 0 w 4330700"/>
                <a:gd name="connsiteY1" fmla="*/ 588834 h 588834"/>
                <a:gd name="connsiteX2" fmla="*/ 0 w 4330700"/>
                <a:gd name="connsiteY2" fmla="*/ 0 h 588834"/>
                <a:gd name="connsiteX0" fmla="*/ 550806 w 550806"/>
                <a:gd name="connsiteY0" fmla="*/ 588834 h 588834"/>
                <a:gd name="connsiteX1" fmla="*/ 0 w 550806"/>
                <a:gd name="connsiteY1" fmla="*/ 588834 h 588834"/>
                <a:gd name="connsiteX2" fmla="*/ 0 w 550806"/>
                <a:gd name="connsiteY2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0806" h="588834">
                  <a:moveTo>
                    <a:pt x="550806" y="588834"/>
                  </a:move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6538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4B22-271E-3F5E-B0E4-5570D031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2DE1F932-12FE-88C8-7FA9-85C41C161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3F003C72-9D60-B814-1E9D-E2435E1C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كتابة وتحرير المحتوى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3C541792-C95F-3387-1806-802C98A2B08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كتابة وتحرير المحتوى بسرعة وجودة احترافية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1581566-2D4C-A14B-28E7-59554FE816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0CE6DBDD-0F74-FDE7-1B1A-AC302A41013F}"/>
              </a:ext>
            </a:extLst>
          </p:cNvPr>
          <p:cNvSpPr txBox="1"/>
          <p:nvPr/>
        </p:nvSpPr>
        <p:spPr>
          <a:xfrm>
            <a:off x="3031761" y="1586877"/>
            <a:ext cx="82108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000" b="1" dirty="0">
                <a:effectLst/>
              </a:rPr>
              <a:t>النقاط الرئيسية:</a:t>
            </a:r>
            <a:endParaRPr lang="ar-SA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كتابة البريد الإلكتروني المهني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إعداد التقارير والمذكرات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صياغة الخطابات والعروض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تحسين وتلميع النصوص الموجودة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1E6CB969-48E2-8B7B-6245-5821C0BDD2C7}"/>
              </a:ext>
            </a:extLst>
          </p:cNvPr>
          <p:cNvSpPr txBox="1"/>
          <p:nvPr/>
        </p:nvSpPr>
        <p:spPr>
          <a:xfrm>
            <a:off x="1573967" y="4372672"/>
            <a:ext cx="9818557" cy="1477328"/>
          </a:xfrm>
          <a:custGeom>
            <a:avLst/>
            <a:gdLst>
              <a:gd name="csX0" fmla="*/ 0 w 9818557"/>
              <a:gd name="csY0" fmla="*/ 0 h 1477328"/>
              <a:gd name="csX1" fmla="*/ 283005 w 9818557"/>
              <a:gd name="csY1" fmla="*/ 0 h 1477328"/>
              <a:gd name="csX2" fmla="*/ 566011 w 9818557"/>
              <a:gd name="csY2" fmla="*/ 0 h 1477328"/>
              <a:gd name="csX3" fmla="*/ 947202 w 9818557"/>
              <a:gd name="csY3" fmla="*/ 0 h 1477328"/>
              <a:gd name="csX4" fmla="*/ 1524764 w 9818557"/>
              <a:gd name="csY4" fmla="*/ 0 h 1477328"/>
              <a:gd name="csX5" fmla="*/ 2200512 w 9818557"/>
              <a:gd name="csY5" fmla="*/ 0 h 1477328"/>
              <a:gd name="csX6" fmla="*/ 2483517 w 9818557"/>
              <a:gd name="csY6" fmla="*/ 0 h 1477328"/>
              <a:gd name="csX7" fmla="*/ 2864708 w 9818557"/>
              <a:gd name="csY7" fmla="*/ 0 h 1477328"/>
              <a:gd name="csX8" fmla="*/ 3638642 w 9818557"/>
              <a:gd name="csY8" fmla="*/ 0 h 1477328"/>
              <a:gd name="csX9" fmla="*/ 4314389 w 9818557"/>
              <a:gd name="csY9" fmla="*/ 0 h 1477328"/>
              <a:gd name="csX10" fmla="*/ 4990137 w 9818557"/>
              <a:gd name="csY10" fmla="*/ 0 h 1477328"/>
              <a:gd name="csX11" fmla="*/ 5764071 w 9818557"/>
              <a:gd name="csY11" fmla="*/ 0 h 1477328"/>
              <a:gd name="csX12" fmla="*/ 6341633 w 9818557"/>
              <a:gd name="csY12" fmla="*/ 0 h 1477328"/>
              <a:gd name="csX13" fmla="*/ 6624638 w 9818557"/>
              <a:gd name="csY13" fmla="*/ 0 h 1477328"/>
              <a:gd name="csX14" fmla="*/ 7005829 w 9818557"/>
              <a:gd name="csY14" fmla="*/ 0 h 1477328"/>
              <a:gd name="csX15" fmla="*/ 7681577 w 9818557"/>
              <a:gd name="csY15" fmla="*/ 0 h 1477328"/>
              <a:gd name="csX16" fmla="*/ 8259139 w 9818557"/>
              <a:gd name="csY16" fmla="*/ 0 h 1477328"/>
              <a:gd name="csX17" fmla="*/ 8542145 w 9818557"/>
              <a:gd name="csY17" fmla="*/ 0 h 1477328"/>
              <a:gd name="csX18" fmla="*/ 8825150 w 9818557"/>
              <a:gd name="csY18" fmla="*/ 0 h 1477328"/>
              <a:gd name="csX19" fmla="*/ 9818557 w 9818557"/>
              <a:gd name="csY19" fmla="*/ 0 h 1477328"/>
              <a:gd name="csX20" fmla="*/ 9818557 w 9818557"/>
              <a:gd name="csY20" fmla="*/ 492443 h 1477328"/>
              <a:gd name="csX21" fmla="*/ 9818557 w 9818557"/>
              <a:gd name="csY21" fmla="*/ 955339 h 1477328"/>
              <a:gd name="csX22" fmla="*/ 9818557 w 9818557"/>
              <a:gd name="csY22" fmla="*/ 1477328 h 1477328"/>
              <a:gd name="csX23" fmla="*/ 9535552 w 9818557"/>
              <a:gd name="csY23" fmla="*/ 1477328 h 1477328"/>
              <a:gd name="csX24" fmla="*/ 8957989 w 9818557"/>
              <a:gd name="csY24" fmla="*/ 1477328 h 1477328"/>
              <a:gd name="csX25" fmla="*/ 8576798 w 9818557"/>
              <a:gd name="csY25" fmla="*/ 1477328 h 1477328"/>
              <a:gd name="csX26" fmla="*/ 8293793 w 9818557"/>
              <a:gd name="csY26" fmla="*/ 1477328 h 1477328"/>
              <a:gd name="csX27" fmla="*/ 7618045 w 9818557"/>
              <a:gd name="csY27" fmla="*/ 1477328 h 1477328"/>
              <a:gd name="csX28" fmla="*/ 7236854 w 9818557"/>
              <a:gd name="csY28" fmla="*/ 1477328 h 1477328"/>
              <a:gd name="csX29" fmla="*/ 6953849 w 9818557"/>
              <a:gd name="csY29" fmla="*/ 1477328 h 1477328"/>
              <a:gd name="csX30" fmla="*/ 6179915 w 9818557"/>
              <a:gd name="csY30" fmla="*/ 1477328 h 1477328"/>
              <a:gd name="csX31" fmla="*/ 5798724 w 9818557"/>
              <a:gd name="csY31" fmla="*/ 1477328 h 1477328"/>
              <a:gd name="csX32" fmla="*/ 5122977 w 9818557"/>
              <a:gd name="csY32" fmla="*/ 1477328 h 1477328"/>
              <a:gd name="csX33" fmla="*/ 4447229 w 9818557"/>
              <a:gd name="csY33" fmla="*/ 1477328 h 1477328"/>
              <a:gd name="csX34" fmla="*/ 3673295 w 9818557"/>
              <a:gd name="csY34" fmla="*/ 1477328 h 1477328"/>
              <a:gd name="csX35" fmla="*/ 3193919 w 9818557"/>
              <a:gd name="csY35" fmla="*/ 1477328 h 1477328"/>
              <a:gd name="csX36" fmla="*/ 2812728 w 9818557"/>
              <a:gd name="csY36" fmla="*/ 1477328 h 1477328"/>
              <a:gd name="csX37" fmla="*/ 2333351 w 9818557"/>
              <a:gd name="csY37" fmla="*/ 1477328 h 1477328"/>
              <a:gd name="csX38" fmla="*/ 1755789 w 9818557"/>
              <a:gd name="csY38" fmla="*/ 1477328 h 1477328"/>
              <a:gd name="csX39" fmla="*/ 1276412 w 9818557"/>
              <a:gd name="csY39" fmla="*/ 1477328 h 1477328"/>
              <a:gd name="csX40" fmla="*/ 698850 w 9818557"/>
              <a:gd name="csY40" fmla="*/ 1477328 h 1477328"/>
              <a:gd name="csX41" fmla="*/ 0 w 9818557"/>
              <a:gd name="csY41" fmla="*/ 1477328 h 1477328"/>
              <a:gd name="csX42" fmla="*/ 0 w 9818557"/>
              <a:gd name="csY42" fmla="*/ 1029205 h 1477328"/>
              <a:gd name="csX43" fmla="*/ 0 w 9818557"/>
              <a:gd name="csY43" fmla="*/ 536763 h 1477328"/>
              <a:gd name="csX44" fmla="*/ 0 w 9818557"/>
              <a:gd name="csY44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9818557" h="1477328" extrusionOk="0">
                <a:moveTo>
                  <a:pt x="0" y="0"/>
                </a:moveTo>
                <a:cubicBezTo>
                  <a:pt x="110852" y="-32599"/>
                  <a:pt x="169672" y="31853"/>
                  <a:pt x="283005" y="0"/>
                </a:cubicBezTo>
                <a:cubicBezTo>
                  <a:pt x="396338" y="-31853"/>
                  <a:pt x="436395" y="32202"/>
                  <a:pt x="566011" y="0"/>
                </a:cubicBezTo>
                <a:cubicBezTo>
                  <a:pt x="695627" y="-32202"/>
                  <a:pt x="858229" y="3678"/>
                  <a:pt x="947202" y="0"/>
                </a:cubicBezTo>
                <a:cubicBezTo>
                  <a:pt x="1036175" y="-3678"/>
                  <a:pt x="1283758" y="1178"/>
                  <a:pt x="1524764" y="0"/>
                </a:cubicBezTo>
                <a:cubicBezTo>
                  <a:pt x="1765770" y="-1178"/>
                  <a:pt x="2026640" y="56059"/>
                  <a:pt x="2200512" y="0"/>
                </a:cubicBezTo>
                <a:cubicBezTo>
                  <a:pt x="2374384" y="-56059"/>
                  <a:pt x="2352631" y="29729"/>
                  <a:pt x="2483517" y="0"/>
                </a:cubicBezTo>
                <a:cubicBezTo>
                  <a:pt x="2614403" y="-29729"/>
                  <a:pt x="2714508" y="45454"/>
                  <a:pt x="2864708" y="0"/>
                </a:cubicBezTo>
                <a:cubicBezTo>
                  <a:pt x="3014908" y="-45454"/>
                  <a:pt x="3442300" y="19416"/>
                  <a:pt x="3638642" y="0"/>
                </a:cubicBezTo>
                <a:cubicBezTo>
                  <a:pt x="3834984" y="-19416"/>
                  <a:pt x="4033384" y="13971"/>
                  <a:pt x="4314389" y="0"/>
                </a:cubicBezTo>
                <a:cubicBezTo>
                  <a:pt x="4595394" y="-13971"/>
                  <a:pt x="4766582" y="73680"/>
                  <a:pt x="4990137" y="0"/>
                </a:cubicBezTo>
                <a:cubicBezTo>
                  <a:pt x="5213692" y="-73680"/>
                  <a:pt x="5432648" y="72604"/>
                  <a:pt x="5764071" y="0"/>
                </a:cubicBezTo>
                <a:cubicBezTo>
                  <a:pt x="6095494" y="-72604"/>
                  <a:pt x="6205883" y="27514"/>
                  <a:pt x="6341633" y="0"/>
                </a:cubicBezTo>
                <a:cubicBezTo>
                  <a:pt x="6477383" y="-27514"/>
                  <a:pt x="6486193" y="306"/>
                  <a:pt x="6624638" y="0"/>
                </a:cubicBezTo>
                <a:cubicBezTo>
                  <a:pt x="6763084" y="-306"/>
                  <a:pt x="6863745" y="5138"/>
                  <a:pt x="7005829" y="0"/>
                </a:cubicBezTo>
                <a:cubicBezTo>
                  <a:pt x="7147913" y="-5138"/>
                  <a:pt x="7540324" y="10326"/>
                  <a:pt x="7681577" y="0"/>
                </a:cubicBezTo>
                <a:cubicBezTo>
                  <a:pt x="7822830" y="-10326"/>
                  <a:pt x="8051430" y="11436"/>
                  <a:pt x="8259139" y="0"/>
                </a:cubicBezTo>
                <a:cubicBezTo>
                  <a:pt x="8466848" y="-11436"/>
                  <a:pt x="8419717" y="11195"/>
                  <a:pt x="8542145" y="0"/>
                </a:cubicBezTo>
                <a:cubicBezTo>
                  <a:pt x="8664573" y="-11195"/>
                  <a:pt x="8695181" y="14663"/>
                  <a:pt x="8825150" y="0"/>
                </a:cubicBezTo>
                <a:cubicBezTo>
                  <a:pt x="8955120" y="-14663"/>
                  <a:pt x="9494975" y="90267"/>
                  <a:pt x="9818557" y="0"/>
                </a:cubicBezTo>
                <a:cubicBezTo>
                  <a:pt x="9851559" y="100746"/>
                  <a:pt x="9791885" y="309462"/>
                  <a:pt x="9818557" y="492443"/>
                </a:cubicBezTo>
                <a:cubicBezTo>
                  <a:pt x="9845229" y="675424"/>
                  <a:pt x="9769246" y="782330"/>
                  <a:pt x="9818557" y="955339"/>
                </a:cubicBezTo>
                <a:cubicBezTo>
                  <a:pt x="9867868" y="1128348"/>
                  <a:pt x="9772851" y="1355992"/>
                  <a:pt x="9818557" y="1477328"/>
                </a:cubicBezTo>
                <a:cubicBezTo>
                  <a:pt x="9732757" y="1511081"/>
                  <a:pt x="9605886" y="1457254"/>
                  <a:pt x="9535552" y="1477328"/>
                </a:cubicBezTo>
                <a:cubicBezTo>
                  <a:pt x="9465219" y="1497402"/>
                  <a:pt x="9202962" y="1432569"/>
                  <a:pt x="8957989" y="1477328"/>
                </a:cubicBezTo>
                <a:cubicBezTo>
                  <a:pt x="8713016" y="1522087"/>
                  <a:pt x="8743136" y="1443054"/>
                  <a:pt x="8576798" y="1477328"/>
                </a:cubicBezTo>
                <a:cubicBezTo>
                  <a:pt x="8410460" y="1511602"/>
                  <a:pt x="8368614" y="1446637"/>
                  <a:pt x="8293793" y="1477328"/>
                </a:cubicBezTo>
                <a:cubicBezTo>
                  <a:pt x="8218973" y="1508019"/>
                  <a:pt x="7881695" y="1452669"/>
                  <a:pt x="7618045" y="1477328"/>
                </a:cubicBezTo>
                <a:cubicBezTo>
                  <a:pt x="7354395" y="1501987"/>
                  <a:pt x="7347988" y="1440193"/>
                  <a:pt x="7236854" y="1477328"/>
                </a:cubicBezTo>
                <a:cubicBezTo>
                  <a:pt x="7125720" y="1514463"/>
                  <a:pt x="7045031" y="1456633"/>
                  <a:pt x="6953849" y="1477328"/>
                </a:cubicBezTo>
                <a:cubicBezTo>
                  <a:pt x="6862667" y="1498023"/>
                  <a:pt x="6438539" y="1421277"/>
                  <a:pt x="6179915" y="1477328"/>
                </a:cubicBezTo>
                <a:cubicBezTo>
                  <a:pt x="5921291" y="1533379"/>
                  <a:pt x="5905310" y="1432829"/>
                  <a:pt x="5798724" y="1477328"/>
                </a:cubicBezTo>
                <a:cubicBezTo>
                  <a:pt x="5692138" y="1521827"/>
                  <a:pt x="5343446" y="1460398"/>
                  <a:pt x="5122977" y="1477328"/>
                </a:cubicBezTo>
                <a:cubicBezTo>
                  <a:pt x="4902508" y="1494258"/>
                  <a:pt x="4620432" y="1400276"/>
                  <a:pt x="4447229" y="1477328"/>
                </a:cubicBezTo>
                <a:cubicBezTo>
                  <a:pt x="4274026" y="1554380"/>
                  <a:pt x="3936945" y="1459592"/>
                  <a:pt x="3673295" y="1477328"/>
                </a:cubicBezTo>
                <a:cubicBezTo>
                  <a:pt x="3409645" y="1495064"/>
                  <a:pt x="3424682" y="1449933"/>
                  <a:pt x="3193919" y="1477328"/>
                </a:cubicBezTo>
                <a:cubicBezTo>
                  <a:pt x="2963156" y="1504723"/>
                  <a:pt x="2932876" y="1448225"/>
                  <a:pt x="2812728" y="1477328"/>
                </a:cubicBezTo>
                <a:cubicBezTo>
                  <a:pt x="2692580" y="1506431"/>
                  <a:pt x="2553580" y="1433540"/>
                  <a:pt x="2333351" y="1477328"/>
                </a:cubicBezTo>
                <a:cubicBezTo>
                  <a:pt x="2113122" y="1521116"/>
                  <a:pt x="1904304" y="1413483"/>
                  <a:pt x="1755789" y="1477328"/>
                </a:cubicBezTo>
                <a:cubicBezTo>
                  <a:pt x="1607274" y="1541173"/>
                  <a:pt x="1419458" y="1447071"/>
                  <a:pt x="1276412" y="1477328"/>
                </a:cubicBezTo>
                <a:cubicBezTo>
                  <a:pt x="1133366" y="1507585"/>
                  <a:pt x="927101" y="1457710"/>
                  <a:pt x="698850" y="1477328"/>
                </a:cubicBezTo>
                <a:cubicBezTo>
                  <a:pt x="470599" y="1496946"/>
                  <a:pt x="216079" y="1435401"/>
                  <a:pt x="0" y="1477328"/>
                </a:cubicBezTo>
                <a:cubicBezTo>
                  <a:pt x="-28832" y="1342664"/>
                  <a:pt x="31762" y="1233667"/>
                  <a:pt x="0" y="1029205"/>
                </a:cubicBezTo>
                <a:cubicBezTo>
                  <a:pt x="-31762" y="824743"/>
                  <a:pt x="23757" y="715970"/>
                  <a:pt x="0" y="536763"/>
                </a:cubicBezTo>
                <a:cubicBezTo>
                  <a:pt x="-23757" y="357556"/>
                  <a:pt x="48179" y="157172"/>
                  <a:pt x="0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67164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effectLst/>
              </a:rPr>
              <a:t>(مثال بريد إلكتروني):</a:t>
            </a:r>
            <a:r>
              <a:rPr lang="ar-SA" dirty="0">
                <a:effectLst/>
              </a:rPr>
              <a:t> "أنت مدير قسم في مؤسسة في نابلس. اكتب بريداً إلكترونياً مهنياً ولبقاً لطلب تمديد مهلة تقديم تقرير شهري لمدة ٣ أيام، مع ذكر أسباب منطقية وتقديم حلول بديلة."</a:t>
            </a:r>
          </a:p>
          <a:p>
            <a:pPr>
              <a:buNone/>
            </a:pPr>
            <a:r>
              <a:rPr lang="en-US" b="1" dirty="0">
                <a:effectLst/>
              </a:rPr>
              <a:t>Before &amp; After:</a:t>
            </a:r>
            <a:endParaRPr 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dirty="0"/>
              <a:t>قبل: ٢٠-٣٠ دقيقة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dirty="0"/>
              <a:t>بعد: أقل من ٢ دقائق + مراجعة سريعة</a:t>
            </a:r>
          </a:p>
        </p:txBody>
      </p:sp>
    </p:spTree>
    <p:extLst>
      <p:ext uri="{BB962C8B-B14F-4D97-AF65-F5344CB8AC3E}">
        <p14:creationId xmlns:p14="http://schemas.microsoft.com/office/powerpoint/2010/main" val="2146338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734F-452F-CA09-DDBA-1B7152EB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3A9D2FDE-4C7A-F433-C887-7C8A460C9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3A309E47-85F4-43D1-6C3A-92B01A24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تلخيص المستندات والاجتماعات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9BC38271-1960-5575-9AB5-30DAA6B9353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687" y="1008000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تلخيص المستندات والاجتماعات في دقائق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3AE452C-3813-13C0-579F-6A03F3DA6A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398E8C7A-8B2A-D1AA-B4CE-80A385963C2C}"/>
              </a:ext>
            </a:extLst>
          </p:cNvPr>
          <p:cNvSpPr txBox="1"/>
          <p:nvPr/>
        </p:nvSpPr>
        <p:spPr>
          <a:xfrm>
            <a:off x="5299024" y="1858096"/>
            <a:ext cx="6093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400" b="1" dirty="0">
                <a:effectLst/>
              </a:rPr>
              <a:t>النقاط الرئيسية:</a:t>
            </a:r>
            <a:endParaRPr lang="ar-SA" sz="2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رفع ملف </a:t>
            </a:r>
            <a:r>
              <a:rPr lang="en-US" sz="2000" dirty="0"/>
              <a:t>PDF </a:t>
            </a:r>
            <a:r>
              <a:rPr lang="ar-SA" sz="2000" dirty="0"/>
              <a:t>أو </a:t>
            </a:r>
            <a:r>
              <a:rPr lang="en-US" sz="2000" dirty="0"/>
              <a:t>Word </a:t>
            </a:r>
            <a:r>
              <a:rPr lang="ar-SA" sz="2000" dirty="0"/>
              <a:t>أو نص اجتماع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استخراج النقاط الرئيسية + المهام + القرارات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إعداد ملخص تنفيذي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AEB7DD3C-5D71-81D9-89E8-B12B8D7210E2}"/>
              </a:ext>
            </a:extLst>
          </p:cNvPr>
          <p:cNvSpPr txBox="1"/>
          <p:nvPr/>
        </p:nvSpPr>
        <p:spPr>
          <a:xfrm>
            <a:off x="1573967" y="4372672"/>
            <a:ext cx="9818557" cy="2031325"/>
          </a:xfrm>
          <a:custGeom>
            <a:avLst/>
            <a:gdLst>
              <a:gd name="csX0" fmla="*/ 0 w 9818557"/>
              <a:gd name="csY0" fmla="*/ 0 h 2031325"/>
              <a:gd name="csX1" fmla="*/ 283005 w 9818557"/>
              <a:gd name="csY1" fmla="*/ 0 h 2031325"/>
              <a:gd name="csX2" fmla="*/ 566011 w 9818557"/>
              <a:gd name="csY2" fmla="*/ 0 h 2031325"/>
              <a:gd name="csX3" fmla="*/ 947202 w 9818557"/>
              <a:gd name="csY3" fmla="*/ 0 h 2031325"/>
              <a:gd name="csX4" fmla="*/ 1524764 w 9818557"/>
              <a:gd name="csY4" fmla="*/ 0 h 2031325"/>
              <a:gd name="csX5" fmla="*/ 2200512 w 9818557"/>
              <a:gd name="csY5" fmla="*/ 0 h 2031325"/>
              <a:gd name="csX6" fmla="*/ 2483517 w 9818557"/>
              <a:gd name="csY6" fmla="*/ 0 h 2031325"/>
              <a:gd name="csX7" fmla="*/ 2864708 w 9818557"/>
              <a:gd name="csY7" fmla="*/ 0 h 2031325"/>
              <a:gd name="csX8" fmla="*/ 3638642 w 9818557"/>
              <a:gd name="csY8" fmla="*/ 0 h 2031325"/>
              <a:gd name="csX9" fmla="*/ 4314389 w 9818557"/>
              <a:gd name="csY9" fmla="*/ 0 h 2031325"/>
              <a:gd name="csX10" fmla="*/ 4990137 w 9818557"/>
              <a:gd name="csY10" fmla="*/ 0 h 2031325"/>
              <a:gd name="csX11" fmla="*/ 5764071 w 9818557"/>
              <a:gd name="csY11" fmla="*/ 0 h 2031325"/>
              <a:gd name="csX12" fmla="*/ 6341633 w 9818557"/>
              <a:gd name="csY12" fmla="*/ 0 h 2031325"/>
              <a:gd name="csX13" fmla="*/ 6624638 w 9818557"/>
              <a:gd name="csY13" fmla="*/ 0 h 2031325"/>
              <a:gd name="csX14" fmla="*/ 7005829 w 9818557"/>
              <a:gd name="csY14" fmla="*/ 0 h 2031325"/>
              <a:gd name="csX15" fmla="*/ 7681577 w 9818557"/>
              <a:gd name="csY15" fmla="*/ 0 h 2031325"/>
              <a:gd name="csX16" fmla="*/ 8259139 w 9818557"/>
              <a:gd name="csY16" fmla="*/ 0 h 2031325"/>
              <a:gd name="csX17" fmla="*/ 8542145 w 9818557"/>
              <a:gd name="csY17" fmla="*/ 0 h 2031325"/>
              <a:gd name="csX18" fmla="*/ 8825150 w 9818557"/>
              <a:gd name="csY18" fmla="*/ 0 h 2031325"/>
              <a:gd name="csX19" fmla="*/ 9818557 w 9818557"/>
              <a:gd name="csY19" fmla="*/ 0 h 2031325"/>
              <a:gd name="csX20" fmla="*/ 9818557 w 9818557"/>
              <a:gd name="csY20" fmla="*/ 507831 h 2031325"/>
              <a:gd name="csX21" fmla="*/ 9818557 w 9818557"/>
              <a:gd name="csY21" fmla="*/ 975036 h 2031325"/>
              <a:gd name="csX22" fmla="*/ 9818557 w 9818557"/>
              <a:gd name="csY22" fmla="*/ 1523494 h 2031325"/>
              <a:gd name="csX23" fmla="*/ 9818557 w 9818557"/>
              <a:gd name="csY23" fmla="*/ 2031325 h 2031325"/>
              <a:gd name="csX24" fmla="*/ 9240995 w 9818557"/>
              <a:gd name="csY24" fmla="*/ 2031325 h 2031325"/>
              <a:gd name="csX25" fmla="*/ 8859804 w 9818557"/>
              <a:gd name="csY25" fmla="*/ 2031325 h 2031325"/>
              <a:gd name="csX26" fmla="*/ 8576798 w 9818557"/>
              <a:gd name="csY26" fmla="*/ 2031325 h 2031325"/>
              <a:gd name="csX27" fmla="*/ 7901051 w 9818557"/>
              <a:gd name="csY27" fmla="*/ 2031325 h 2031325"/>
              <a:gd name="csX28" fmla="*/ 7519860 w 9818557"/>
              <a:gd name="csY28" fmla="*/ 2031325 h 2031325"/>
              <a:gd name="csX29" fmla="*/ 7236854 w 9818557"/>
              <a:gd name="csY29" fmla="*/ 2031325 h 2031325"/>
              <a:gd name="csX30" fmla="*/ 6462921 w 9818557"/>
              <a:gd name="csY30" fmla="*/ 2031325 h 2031325"/>
              <a:gd name="csX31" fmla="*/ 6081730 w 9818557"/>
              <a:gd name="csY31" fmla="*/ 2031325 h 2031325"/>
              <a:gd name="csX32" fmla="*/ 5405982 w 9818557"/>
              <a:gd name="csY32" fmla="*/ 2031325 h 2031325"/>
              <a:gd name="csX33" fmla="*/ 4730234 w 9818557"/>
              <a:gd name="csY33" fmla="*/ 2031325 h 2031325"/>
              <a:gd name="csX34" fmla="*/ 3956301 w 9818557"/>
              <a:gd name="csY34" fmla="*/ 2031325 h 2031325"/>
              <a:gd name="csX35" fmla="*/ 3476924 w 9818557"/>
              <a:gd name="csY35" fmla="*/ 2031325 h 2031325"/>
              <a:gd name="csX36" fmla="*/ 3095733 w 9818557"/>
              <a:gd name="csY36" fmla="*/ 2031325 h 2031325"/>
              <a:gd name="csX37" fmla="*/ 2616357 w 9818557"/>
              <a:gd name="csY37" fmla="*/ 2031325 h 2031325"/>
              <a:gd name="csX38" fmla="*/ 2038794 w 9818557"/>
              <a:gd name="csY38" fmla="*/ 2031325 h 2031325"/>
              <a:gd name="csX39" fmla="*/ 1559418 w 9818557"/>
              <a:gd name="csY39" fmla="*/ 2031325 h 2031325"/>
              <a:gd name="csX40" fmla="*/ 981856 w 9818557"/>
              <a:gd name="csY40" fmla="*/ 2031325 h 2031325"/>
              <a:gd name="csX41" fmla="*/ 600665 w 9818557"/>
              <a:gd name="csY41" fmla="*/ 2031325 h 2031325"/>
              <a:gd name="csX42" fmla="*/ 0 w 9818557"/>
              <a:gd name="csY42" fmla="*/ 2031325 h 2031325"/>
              <a:gd name="csX43" fmla="*/ 0 w 9818557"/>
              <a:gd name="csY43" fmla="*/ 1564120 h 2031325"/>
              <a:gd name="csX44" fmla="*/ 0 w 9818557"/>
              <a:gd name="csY44" fmla="*/ 1076602 h 2031325"/>
              <a:gd name="csX45" fmla="*/ 0 w 9818557"/>
              <a:gd name="csY45" fmla="*/ 528145 h 2031325"/>
              <a:gd name="csX46" fmla="*/ 0 w 9818557"/>
              <a:gd name="csY46" fmla="*/ 0 h 2031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9818557" h="2031325" extrusionOk="0">
                <a:moveTo>
                  <a:pt x="0" y="0"/>
                </a:moveTo>
                <a:cubicBezTo>
                  <a:pt x="110852" y="-32599"/>
                  <a:pt x="169672" y="31853"/>
                  <a:pt x="283005" y="0"/>
                </a:cubicBezTo>
                <a:cubicBezTo>
                  <a:pt x="396338" y="-31853"/>
                  <a:pt x="436395" y="32202"/>
                  <a:pt x="566011" y="0"/>
                </a:cubicBezTo>
                <a:cubicBezTo>
                  <a:pt x="695627" y="-32202"/>
                  <a:pt x="858229" y="3678"/>
                  <a:pt x="947202" y="0"/>
                </a:cubicBezTo>
                <a:cubicBezTo>
                  <a:pt x="1036175" y="-3678"/>
                  <a:pt x="1283758" y="1178"/>
                  <a:pt x="1524764" y="0"/>
                </a:cubicBezTo>
                <a:cubicBezTo>
                  <a:pt x="1765770" y="-1178"/>
                  <a:pt x="2026640" y="56059"/>
                  <a:pt x="2200512" y="0"/>
                </a:cubicBezTo>
                <a:cubicBezTo>
                  <a:pt x="2374384" y="-56059"/>
                  <a:pt x="2352631" y="29729"/>
                  <a:pt x="2483517" y="0"/>
                </a:cubicBezTo>
                <a:cubicBezTo>
                  <a:pt x="2614403" y="-29729"/>
                  <a:pt x="2714508" y="45454"/>
                  <a:pt x="2864708" y="0"/>
                </a:cubicBezTo>
                <a:cubicBezTo>
                  <a:pt x="3014908" y="-45454"/>
                  <a:pt x="3442300" y="19416"/>
                  <a:pt x="3638642" y="0"/>
                </a:cubicBezTo>
                <a:cubicBezTo>
                  <a:pt x="3834984" y="-19416"/>
                  <a:pt x="4033384" y="13971"/>
                  <a:pt x="4314389" y="0"/>
                </a:cubicBezTo>
                <a:cubicBezTo>
                  <a:pt x="4595394" y="-13971"/>
                  <a:pt x="4766582" y="73680"/>
                  <a:pt x="4990137" y="0"/>
                </a:cubicBezTo>
                <a:cubicBezTo>
                  <a:pt x="5213692" y="-73680"/>
                  <a:pt x="5432648" y="72604"/>
                  <a:pt x="5764071" y="0"/>
                </a:cubicBezTo>
                <a:cubicBezTo>
                  <a:pt x="6095494" y="-72604"/>
                  <a:pt x="6205883" y="27514"/>
                  <a:pt x="6341633" y="0"/>
                </a:cubicBezTo>
                <a:cubicBezTo>
                  <a:pt x="6477383" y="-27514"/>
                  <a:pt x="6486193" y="306"/>
                  <a:pt x="6624638" y="0"/>
                </a:cubicBezTo>
                <a:cubicBezTo>
                  <a:pt x="6763084" y="-306"/>
                  <a:pt x="6863745" y="5138"/>
                  <a:pt x="7005829" y="0"/>
                </a:cubicBezTo>
                <a:cubicBezTo>
                  <a:pt x="7147913" y="-5138"/>
                  <a:pt x="7540324" y="10326"/>
                  <a:pt x="7681577" y="0"/>
                </a:cubicBezTo>
                <a:cubicBezTo>
                  <a:pt x="7822830" y="-10326"/>
                  <a:pt x="8051430" y="11436"/>
                  <a:pt x="8259139" y="0"/>
                </a:cubicBezTo>
                <a:cubicBezTo>
                  <a:pt x="8466848" y="-11436"/>
                  <a:pt x="8419717" y="11195"/>
                  <a:pt x="8542145" y="0"/>
                </a:cubicBezTo>
                <a:cubicBezTo>
                  <a:pt x="8664573" y="-11195"/>
                  <a:pt x="8695181" y="14663"/>
                  <a:pt x="8825150" y="0"/>
                </a:cubicBezTo>
                <a:cubicBezTo>
                  <a:pt x="8955120" y="-14663"/>
                  <a:pt x="9494975" y="90267"/>
                  <a:pt x="9818557" y="0"/>
                </a:cubicBezTo>
                <a:cubicBezTo>
                  <a:pt x="9836095" y="167495"/>
                  <a:pt x="9801377" y="330156"/>
                  <a:pt x="9818557" y="507831"/>
                </a:cubicBezTo>
                <a:cubicBezTo>
                  <a:pt x="9835737" y="685506"/>
                  <a:pt x="9781007" y="879584"/>
                  <a:pt x="9818557" y="975036"/>
                </a:cubicBezTo>
                <a:cubicBezTo>
                  <a:pt x="9856107" y="1070489"/>
                  <a:pt x="9755955" y="1338773"/>
                  <a:pt x="9818557" y="1523494"/>
                </a:cubicBezTo>
                <a:cubicBezTo>
                  <a:pt x="9881159" y="1708215"/>
                  <a:pt x="9802033" y="1804534"/>
                  <a:pt x="9818557" y="2031325"/>
                </a:cubicBezTo>
                <a:cubicBezTo>
                  <a:pt x="9563855" y="2045292"/>
                  <a:pt x="9484955" y="1981633"/>
                  <a:pt x="9240995" y="2031325"/>
                </a:cubicBezTo>
                <a:cubicBezTo>
                  <a:pt x="8997035" y="2081017"/>
                  <a:pt x="9026142" y="1997051"/>
                  <a:pt x="8859804" y="2031325"/>
                </a:cubicBezTo>
                <a:cubicBezTo>
                  <a:pt x="8693466" y="2065599"/>
                  <a:pt x="8657059" y="2004058"/>
                  <a:pt x="8576798" y="2031325"/>
                </a:cubicBezTo>
                <a:cubicBezTo>
                  <a:pt x="8496537" y="2058592"/>
                  <a:pt x="8161515" y="2000382"/>
                  <a:pt x="7901051" y="2031325"/>
                </a:cubicBezTo>
                <a:cubicBezTo>
                  <a:pt x="7640587" y="2062268"/>
                  <a:pt x="7630994" y="1994190"/>
                  <a:pt x="7519860" y="2031325"/>
                </a:cubicBezTo>
                <a:cubicBezTo>
                  <a:pt x="7408726" y="2068460"/>
                  <a:pt x="7339398" y="2016649"/>
                  <a:pt x="7236854" y="2031325"/>
                </a:cubicBezTo>
                <a:cubicBezTo>
                  <a:pt x="7134310" y="2046001"/>
                  <a:pt x="6721516" y="1971310"/>
                  <a:pt x="6462921" y="2031325"/>
                </a:cubicBezTo>
                <a:cubicBezTo>
                  <a:pt x="6204326" y="2091340"/>
                  <a:pt x="6188316" y="1986826"/>
                  <a:pt x="6081730" y="2031325"/>
                </a:cubicBezTo>
                <a:cubicBezTo>
                  <a:pt x="5975144" y="2075824"/>
                  <a:pt x="5629046" y="2015227"/>
                  <a:pt x="5405982" y="2031325"/>
                </a:cubicBezTo>
                <a:cubicBezTo>
                  <a:pt x="5182918" y="2047423"/>
                  <a:pt x="4903437" y="1954273"/>
                  <a:pt x="4730234" y="2031325"/>
                </a:cubicBezTo>
                <a:cubicBezTo>
                  <a:pt x="4557031" y="2108377"/>
                  <a:pt x="4217214" y="2009434"/>
                  <a:pt x="3956301" y="2031325"/>
                </a:cubicBezTo>
                <a:cubicBezTo>
                  <a:pt x="3695388" y="2053216"/>
                  <a:pt x="3712491" y="2004720"/>
                  <a:pt x="3476924" y="2031325"/>
                </a:cubicBezTo>
                <a:cubicBezTo>
                  <a:pt x="3241357" y="2057930"/>
                  <a:pt x="3215881" y="2002222"/>
                  <a:pt x="3095733" y="2031325"/>
                </a:cubicBezTo>
                <a:cubicBezTo>
                  <a:pt x="2975585" y="2060428"/>
                  <a:pt x="2832222" y="1983561"/>
                  <a:pt x="2616357" y="2031325"/>
                </a:cubicBezTo>
                <a:cubicBezTo>
                  <a:pt x="2400492" y="2079089"/>
                  <a:pt x="2192928" y="1971421"/>
                  <a:pt x="2038794" y="2031325"/>
                </a:cubicBezTo>
                <a:cubicBezTo>
                  <a:pt x="1884660" y="2091229"/>
                  <a:pt x="1696993" y="1995332"/>
                  <a:pt x="1559418" y="2031325"/>
                </a:cubicBezTo>
                <a:cubicBezTo>
                  <a:pt x="1421843" y="2067318"/>
                  <a:pt x="1210107" y="2011707"/>
                  <a:pt x="981856" y="2031325"/>
                </a:cubicBezTo>
                <a:cubicBezTo>
                  <a:pt x="753605" y="2050943"/>
                  <a:pt x="767734" y="2020458"/>
                  <a:pt x="600665" y="2031325"/>
                </a:cubicBezTo>
                <a:cubicBezTo>
                  <a:pt x="433596" y="2042192"/>
                  <a:pt x="252748" y="2010519"/>
                  <a:pt x="0" y="2031325"/>
                </a:cubicBezTo>
                <a:cubicBezTo>
                  <a:pt x="-23245" y="1814351"/>
                  <a:pt x="20037" y="1790431"/>
                  <a:pt x="0" y="1564120"/>
                </a:cubicBezTo>
                <a:cubicBezTo>
                  <a:pt x="-20037" y="1337809"/>
                  <a:pt x="24410" y="1280453"/>
                  <a:pt x="0" y="1076602"/>
                </a:cubicBezTo>
                <a:cubicBezTo>
                  <a:pt x="-24410" y="872751"/>
                  <a:pt x="52002" y="759015"/>
                  <a:pt x="0" y="528145"/>
                </a:cubicBezTo>
                <a:cubicBezTo>
                  <a:pt x="-52002" y="297275"/>
                  <a:pt x="46673" y="188885"/>
                  <a:pt x="0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67164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effectLst/>
              </a:rPr>
              <a:t>(مثال):</a:t>
            </a:r>
          </a:p>
          <a:p>
            <a:pPr>
              <a:buNone/>
            </a:pPr>
            <a:r>
              <a:rPr lang="ar-SA" dirty="0"/>
              <a:t>لخص النص التالي بطريقة مهنية على شكل:</a:t>
            </a:r>
            <a:br>
              <a:rPr lang="ar-SA" dirty="0"/>
            </a:br>
            <a:r>
              <a:rPr lang="ar-SA" dirty="0"/>
              <a:t>١. النقاط الرئيسية</a:t>
            </a:r>
          </a:p>
          <a:p>
            <a:pPr>
              <a:buNone/>
            </a:pPr>
            <a:r>
              <a:rPr lang="ar-SA" dirty="0"/>
              <a:t>٢. القرارات المتخذة</a:t>
            </a:r>
          </a:p>
          <a:p>
            <a:pPr>
              <a:buNone/>
            </a:pPr>
            <a:r>
              <a:rPr lang="ar-SA" dirty="0"/>
              <a:t>٣. المهام المطلوبة مع المسؤول والموعد</a:t>
            </a:r>
          </a:p>
          <a:p>
            <a:pPr>
              <a:buNone/>
            </a:pPr>
            <a:r>
              <a:rPr lang="ar-SA" dirty="0"/>
              <a:t>٤. التوصيات</a:t>
            </a:r>
          </a:p>
          <a:p>
            <a:pPr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16870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1497-CE4B-B28A-1EC5-892518D0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4C7E2772-4153-C484-C169-0C810CFBD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7F6B0615-A8F6-E8AA-115F-16A99A908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إعداد عروض تقديمية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5DD94AD0-FDE4-C89D-694C-31993D80D88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487" y="1002613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إعداد عروض </a:t>
            </a:r>
            <a:r>
              <a:rPr lang="en-US" dirty="0">
                <a:effectLst/>
              </a:rPr>
              <a:t>PowerPoint </a:t>
            </a:r>
            <a:r>
              <a:rPr lang="ar-SA" dirty="0">
                <a:effectLst/>
              </a:rPr>
              <a:t>احترافية بسرعة فائقة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BA0CF7B-D557-95AD-66B0-6547CA4ED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DDDF08D2-0C16-510E-B488-2DDE682B71AD}"/>
              </a:ext>
            </a:extLst>
          </p:cNvPr>
          <p:cNvSpPr txBox="1"/>
          <p:nvPr/>
        </p:nvSpPr>
        <p:spPr>
          <a:xfrm>
            <a:off x="1783829" y="4932057"/>
            <a:ext cx="9818557" cy="923330"/>
          </a:xfrm>
          <a:custGeom>
            <a:avLst/>
            <a:gdLst>
              <a:gd name="csX0" fmla="*/ 0 w 9818557"/>
              <a:gd name="csY0" fmla="*/ 0 h 923330"/>
              <a:gd name="csX1" fmla="*/ 283005 w 9818557"/>
              <a:gd name="csY1" fmla="*/ 0 h 923330"/>
              <a:gd name="csX2" fmla="*/ 566011 w 9818557"/>
              <a:gd name="csY2" fmla="*/ 0 h 923330"/>
              <a:gd name="csX3" fmla="*/ 947202 w 9818557"/>
              <a:gd name="csY3" fmla="*/ 0 h 923330"/>
              <a:gd name="csX4" fmla="*/ 1524764 w 9818557"/>
              <a:gd name="csY4" fmla="*/ 0 h 923330"/>
              <a:gd name="csX5" fmla="*/ 2200512 w 9818557"/>
              <a:gd name="csY5" fmla="*/ 0 h 923330"/>
              <a:gd name="csX6" fmla="*/ 2483517 w 9818557"/>
              <a:gd name="csY6" fmla="*/ 0 h 923330"/>
              <a:gd name="csX7" fmla="*/ 2864708 w 9818557"/>
              <a:gd name="csY7" fmla="*/ 0 h 923330"/>
              <a:gd name="csX8" fmla="*/ 3638642 w 9818557"/>
              <a:gd name="csY8" fmla="*/ 0 h 923330"/>
              <a:gd name="csX9" fmla="*/ 4314389 w 9818557"/>
              <a:gd name="csY9" fmla="*/ 0 h 923330"/>
              <a:gd name="csX10" fmla="*/ 4990137 w 9818557"/>
              <a:gd name="csY10" fmla="*/ 0 h 923330"/>
              <a:gd name="csX11" fmla="*/ 5764071 w 9818557"/>
              <a:gd name="csY11" fmla="*/ 0 h 923330"/>
              <a:gd name="csX12" fmla="*/ 6341633 w 9818557"/>
              <a:gd name="csY12" fmla="*/ 0 h 923330"/>
              <a:gd name="csX13" fmla="*/ 6624638 w 9818557"/>
              <a:gd name="csY13" fmla="*/ 0 h 923330"/>
              <a:gd name="csX14" fmla="*/ 7005829 w 9818557"/>
              <a:gd name="csY14" fmla="*/ 0 h 923330"/>
              <a:gd name="csX15" fmla="*/ 7681577 w 9818557"/>
              <a:gd name="csY15" fmla="*/ 0 h 923330"/>
              <a:gd name="csX16" fmla="*/ 8259139 w 9818557"/>
              <a:gd name="csY16" fmla="*/ 0 h 923330"/>
              <a:gd name="csX17" fmla="*/ 8542145 w 9818557"/>
              <a:gd name="csY17" fmla="*/ 0 h 923330"/>
              <a:gd name="csX18" fmla="*/ 8825150 w 9818557"/>
              <a:gd name="csY18" fmla="*/ 0 h 923330"/>
              <a:gd name="csX19" fmla="*/ 9818557 w 9818557"/>
              <a:gd name="csY19" fmla="*/ 0 h 923330"/>
              <a:gd name="csX20" fmla="*/ 9818557 w 9818557"/>
              <a:gd name="csY20" fmla="*/ 461665 h 923330"/>
              <a:gd name="csX21" fmla="*/ 9818557 w 9818557"/>
              <a:gd name="csY21" fmla="*/ 923330 h 923330"/>
              <a:gd name="csX22" fmla="*/ 9044624 w 9818557"/>
              <a:gd name="csY22" fmla="*/ 923330 h 923330"/>
              <a:gd name="csX23" fmla="*/ 8368876 w 9818557"/>
              <a:gd name="csY23" fmla="*/ 923330 h 923330"/>
              <a:gd name="csX24" fmla="*/ 7791314 w 9818557"/>
              <a:gd name="csY24" fmla="*/ 923330 h 923330"/>
              <a:gd name="csX25" fmla="*/ 7410123 w 9818557"/>
              <a:gd name="csY25" fmla="*/ 923330 h 923330"/>
              <a:gd name="csX26" fmla="*/ 7127117 w 9818557"/>
              <a:gd name="csY26" fmla="*/ 923330 h 923330"/>
              <a:gd name="csX27" fmla="*/ 6451370 w 9818557"/>
              <a:gd name="csY27" fmla="*/ 923330 h 923330"/>
              <a:gd name="csX28" fmla="*/ 6070178 w 9818557"/>
              <a:gd name="csY28" fmla="*/ 923330 h 923330"/>
              <a:gd name="csX29" fmla="*/ 5787173 w 9818557"/>
              <a:gd name="csY29" fmla="*/ 923330 h 923330"/>
              <a:gd name="csX30" fmla="*/ 5013240 w 9818557"/>
              <a:gd name="csY30" fmla="*/ 923330 h 923330"/>
              <a:gd name="csX31" fmla="*/ 4632049 w 9818557"/>
              <a:gd name="csY31" fmla="*/ 923330 h 923330"/>
              <a:gd name="csX32" fmla="*/ 3956301 w 9818557"/>
              <a:gd name="csY32" fmla="*/ 923330 h 923330"/>
              <a:gd name="csX33" fmla="*/ 3280553 w 9818557"/>
              <a:gd name="csY33" fmla="*/ 923330 h 923330"/>
              <a:gd name="csX34" fmla="*/ 2506620 w 9818557"/>
              <a:gd name="csY34" fmla="*/ 923330 h 923330"/>
              <a:gd name="csX35" fmla="*/ 2027243 w 9818557"/>
              <a:gd name="csY35" fmla="*/ 923330 h 923330"/>
              <a:gd name="csX36" fmla="*/ 1646052 w 9818557"/>
              <a:gd name="csY36" fmla="*/ 923330 h 923330"/>
              <a:gd name="csX37" fmla="*/ 1166676 w 9818557"/>
              <a:gd name="csY37" fmla="*/ 923330 h 923330"/>
              <a:gd name="csX38" fmla="*/ 589113 w 9818557"/>
              <a:gd name="csY38" fmla="*/ 923330 h 923330"/>
              <a:gd name="csX39" fmla="*/ 0 w 9818557"/>
              <a:gd name="csY39" fmla="*/ 923330 h 923330"/>
              <a:gd name="csX40" fmla="*/ 0 w 9818557"/>
              <a:gd name="csY40" fmla="*/ 461665 h 923330"/>
              <a:gd name="csX41" fmla="*/ 0 w 9818557"/>
              <a:gd name="csY41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818557" h="923330" extrusionOk="0">
                <a:moveTo>
                  <a:pt x="0" y="0"/>
                </a:moveTo>
                <a:cubicBezTo>
                  <a:pt x="110852" y="-32599"/>
                  <a:pt x="169672" y="31853"/>
                  <a:pt x="283005" y="0"/>
                </a:cubicBezTo>
                <a:cubicBezTo>
                  <a:pt x="396338" y="-31853"/>
                  <a:pt x="436395" y="32202"/>
                  <a:pt x="566011" y="0"/>
                </a:cubicBezTo>
                <a:cubicBezTo>
                  <a:pt x="695627" y="-32202"/>
                  <a:pt x="858229" y="3678"/>
                  <a:pt x="947202" y="0"/>
                </a:cubicBezTo>
                <a:cubicBezTo>
                  <a:pt x="1036175" y="-3678"/>
                  <a:pt x="1283758" y="1178"/>
                  <a:pt x="1524764" y="0"/>
                </a:cubicBezTo>
                <a:cubicBezTo>
                  <a:pt x="1765770" y="-1178"/>
                  <a:pt x="2026640" y="56059"/>
                  <a:pt x="2200512" y="0"/>
                </a:cubicBezTo>
                <a:cubicBezTo>
                  <a:pt x="2374384" y="-56059"/>
                  <a:pt x="2352631" y="29729"/>
                  <a:pt x="2483517" y="0"/>
                </a:cubicBezTo>
                <a:cubicBezTo>
                  <a:pt x="2614403" y="-29729"/>
                  <a:pt x="2714508" y="45454"/>
                  <a:pt x="2864708" y="0"/>
                </a:cubicBezTo>
                <a:cubicBezTo>
                  <a:pt x="3014908" y="-45454"/>
                  <a:pt x="3442300" y="19416"/>
                  <a:pt x="3638642" y="0"/>
                </a:cubicBezTo>
                <a:cubicBezTo>
                  <a:pt x="3834984" y="-19416"/>
                  <a:pt x="4033384" y="13971"/>
                  <a:pt x="4314389" y="0"/>
                </a:cubicBezTo>
                <a:cubicBezTo>
                  <a:pt x="4595394" y="-13971"/>
                  <a:pt x="4766582" y="73680"/>
                  <a:pt x="4990137" y="0"/>
                </a:cubicBezTo>
                <a:cubicBezTo>
                  <a:pt x="5213692" y="-73680"/>
                  <a:pt x="5432648" y="72604"/>
                  <a:pt x="5764071" y="0"/>
                </a:cubicBezTo>
                <a:cubicBezTo>
                  <a:pt x="6095494" y="-72604"/>
                  <a:pt x="6205883" y="27514"/>
                  <a:pt x="6341633" y="0"/>
                </a:cubicBezTo>
                <a:cubicBezTo>
                  <a:pt x="6477383" y="-27514"/>
                  <a:pt x="6486193" y="306"/>
                  <a:pt x="6624638" y="0"/>
                </a:cubicBezTo>
                <a:cubicBezTo>
                  <a:pt x="6763084" y="-306"/>
                  <a:pt x="6863745" y="5138"/>
                  <a:pt x="7005829" y="0"/>
                </a:cubicBezTo>
                <a:cubicBezTo>
                  <a:pt x="7147913" y="-5138"/>
                  <a:pt x="7540324" y="10326"/>
                  <a:pt x="7681577" y="0"/>
                </a:cubicBezTo>
                <a:cubicBezTo>
                  <a:pt x="7822830" y="-10326"/>
                  <a:pt x="8051430" y="11436"/>
                  <a:pt x="8259139" y="0"/>
                </a:cubicBezTo>
                <a:cubicBezTo>
                  <a:pt x="8466848" y="-11436"/>
                  <a:pt x="8419717" y="11195"/>
                  <a:pt x="8542145" y="0"/>
                </a:cubicBezTo>
                <a:cubicBezTo>
                  <a:pt x="8664573" y="-11195"/>
                  <a:pt x="8695181" y="14663"/>
                  <a:pt x="8825150" y="0"/>
                </a:cubicBezTo>
                <a:cubicBezTo>
                  <a:pt x="8955120" y="-14663"/>
                  <a:pt x="9494975" y="90267"/>
                  <a:pt x="9818557" y="0"/>
                </a:cubicBezTo>
                <a:cubicBezTo>
                  <a:pt x="9834247" y="168899"/>
                  <a:pt x="9769078" y="248361"/>
                  <a:pt x="9818557" y="461665"/>
                </a:cubicBezTo>
                <a:cubicBezTo>
                  <a:pt x="9868036" y="674969"/>
                  <a:pt x="9771919" y="793994"/>
                  <a:pt x="9818557" y="923330"/>
                </a:cubicBezTo>
                <a:cubicBezTo>
                  <a:pt x="9439056" y="980411"/>
                  <a:pt x="9345984" y="839124"/>
                  <a:pt x="9044624" y="923330"/>
                </a:cubicBezTo>
                <a:cubicBezTo>
                  <a:pt x="8743264" y="1007536"/>
                  <a:pt x="8614194" y="855854"/>
                  <a:pt x="8368876" y="923330"/>
                </a:cubicBezTo>
                <a:cubicBezTo>
                  <a:pt x="8123558" y="990806"/>
                  <a:pt x="8035274" y="873638"/>
                  <a:pt x="7791314" y="923330"/>
                </a:cubicBezTo>
                <a:cubicBezTo>
                  <a:pt x="7547354" y="973022"/>
                  <a:pt x="7576461" y="889056"/>
                  <a:pt x="7410123" y="923330"/>
                </a:cubicBezTo>
                <a:cubicBezTo>
                  <a:pt x="7243785" y="957604"/>
                  <a:pt x="7207378" y="896063"/>
                  <a:pt x="7127117" y="923330"/>
                </a:cubicBezTo>
                <a:cubicBezTo>
                  <a:pt x="7046856" y="950597"/>
                  <a:pt x="6711834" y="892387"/>
                  <a:pt x="6451370" y="923330"/>
                </a:cubicBezTo>
                <a:cubicBezTo>
                  <a:pt x="6190906" y="954273"/>
                  <a:pt x="6183454" y="890111"/>
                  <a:pt x="6070178" y="923330"/>
                </a:cubicBezTo>
                <a:cubicBezTo>
                  <a:pt x="5956902" y="956549"/>
                  <a:pt x="5878355" y="902635"/>
                  <a:pt x="5787173" y="923330"/>
                </a:cubicBezTo>
                <a:cubicBezTo>
                  <a:pt x="5695991" y="944025"/>
                  <a:pt x="5271835" y="863315"/>
                  <a:pt x="5013240" y="923330"/>
                </a:cubicBezTo>
                <a:cubicBezTo>
                  <a:pt x="4754645" y="983345"/>
                  <a:pt x="4738635" y="878831"/>
                  <a:pt x="4632049" y="923330"/>
                </a:cubicBezTo>
                <a:cubicBezTo>
                  <a:pt x="4525463" y="967829"/>
                  <a:pt x="4179365" y="907232"/>
                  <a:pt x="3956301" y="923330"/>
                </a:cubicBezTo>
                <a:cubicBezTo>
                  <a:pt x="3733237" y="939428"/>
                  <a:pt x="3453756" y="846278"/>
                  <a:pt x="3280553" y="923330"/>
                </a:cubicBezTo>
                <a:cubicBezTo>
                  <a:pt x="3107350" y="1000382"/>
                  <a:pt x="2767533" y="901439"/>
                  <a:pt x="2506620" y="923330"/>
                </a:cubicBezTo>
                <a:cubicBezTo>
                  <a:pt x="2245707" y="945221"/>
                  <a:pt x="2262810" y="896725"/>
                  <a:pt x="2027243" y="923330"/>
                </a:cubicBezTo>
                <a:cubicBezTo>
                  <a:pt x="1791676" y="949935"/>
                  <a:pt x="1766200" y="894227"/>
                  <a:pt x="1646052" y="923330"/>
                </a:cubicBezTo>
                <a:cubicBezTo>
                  <a:pt x="1525904" y="952433"/>
                  <a:pt x="1382541" y="875566"/>
                  <a:pt x="1166676" y="923330"/>
                </a:cubicBezTo>
                <a:cubicBezTo>
                  <a:pt x="950811" y="971094"/>
                  <a:pt x="743247" y="863426"/>
                  <a:pt x="589113" y="923330"/>
                </a:cubicBezTo>
                <a:cubicBezTo>
                  <a:pt x="434979" y="983234"/>
                  <a:pt x="206088" y="878459"/>
                  <a:pt x="0" y="923330"/>
                </a:cubicBezTo>
                <a:cubicBezTo>
                  <a:pt x="-21047" y="758637"/>
                  <a:pt x="25173" y="637880"/>
                  <a:pt x="0" y="461665"/>
                </a:cubicBezTo>
                <a:cubicBezTo>
                  <a:pt x="-25173" y="285451"/>
                  <a:pt x="26818" y="229774"/>
                  <a:pt x="0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67164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effectLst/>
              </a:rPr>
              <a:t>(مثال):</a:t>
            </a:r>
          </a:p>
          <a:p>
            <a:pPr>
              <a:buNone/>
            </a:pPr>
            <a:r>
              <a:rPr lang="ar-SA" dirty="0"/>
              <a:t>"أنشئ عرض تقديمي احترافي من ١٢ شريحة عن 'استراتيجية رفع كفاءة الموظفين باستخدام الذكاء الاصطناعي' لجمهور إداري في مؤسسة حكومية". </a:t>
            </a: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1D5FD3FE-798D-9986-DC78-EB5848B4B55C}"/>
              </a:ext>
            </a:extLst>
          </p:cNvPr>
          <p:cNvSpPr txBox="1"/>
          <p:nvPr/>
        </p:nvSpPr>
        <p:spPr>
          <a:xfrm>
            <a:off x="1718015" y="1658288"/>
            <a:ext cx="99501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000" b="1" dirty="0"/>
              <a:t>الأ</a:t>
            </a:r>
            <a:r>
              <a:rPr lang="ar-SA" sz="2000" b="1" dirty="0">
                <a:effectLst/>
              </a:rPr>
              <a:t>دوات الموصى بها:</a:t>
            </a:r>
            <a:endParaRPr lang="ar-SA" sz="2000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 err="1"/>
              <a:t>Gamma.app</a:t>
            </a:r>
            <a:endParaRPr lang="en-US" sz="200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/>
              <a:t>Plus AI (</a:t>
            </a:r>
            <a:r>
              <a:rPr lang="ar-SA" sz="2000" dirty="0"/>
              <a:t>داخل </a:t>
            </a:r>
            <a:r>
              <a:rPr lang="en-US" sz="2000" dirty="0"/>
              <a:t>Google Slides)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/>
              <a:t>Microsoft Copilot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/>
              <a:t>Claude + ChatGPT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839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A57D-6D37-BF19-43E0-EAB3F451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F2995139-C88E-F459-9259-DE0DC92B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18FD1E5D-DC1E-344A-2AB9-D8323425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تحليل البيانات و</a:t>
            </a:r>
            <a:r>
              <a:rPr lang="en-US" dirty="0">
                <a:effectLst/>
              </a:rPr>
              <a:t>Excel</a:t>
            </a:r>
            <a:endParaRPr lang="ar-SA" dirty="0">
              <a:effectLst/>
            </a:endParaRP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9E9523EE-5F8F-F6D6-D1C5-AA5C2A49B7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487" y="1002613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تحليل البيانات ومعالجة </a:t>
            </a:r>
            <a:r>
              <a:rPr lang="en-US" dirty="0">
                <a:effectLst/>
              </a:rPr>
              <a:t>Excel </a:t>
            </a:r>
            <a:r>
              <a:rPr lang="ar-SA" dirty="0">
                <a:effectLst/>
              </a:rPr>
              <a:t>باستخدام الـ </a:t>
            </a:r>
            <a:r>
              <a:rPr lang="en-US" dirty="0">
                <a:effectLst/>
              </a:rPr>
              <a:t>AI</a:t>
            </a:r>
            <a:endParaRPr lang="ar-SA" dirty="0">
              <a:effectLst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33DAB45C-BCFF-E50F-9902-106F34F671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87C11441-A8DB-255D-10CD-AF6C2F45C8D3}"/>
              </a:ext>
            </a:extLst>
          </p:cNvPr>
          <p:cNvSpPr txBox="1"/>
          <p:nvPr/>
        </p:nvSpPr>
        <p:spPr>
          <a:xfrm>
            <a:off x="1783829" y="4932057"/>
            <a:ext cx="9818557" cy="646331"/>
          </a:xfrm>
          <a:custGeom>
            <a:avLst/>
            <a:gdLst>
              <a:gd name="csX0" fmla="*/ 0 w 9818557"/>
              <a:gd name="csY0" fmla="*/ 0 h 646331"/>
              <a:gd name="csX1" fmla="*/ 283005 w 9818557"/>
              <a:gd name="csY1" fmla="*/ 0 h 646331"/>
              <a:gd name="csX2" fmla="*/ 566011 w 9818557"/>
              <a:gd name="csY2" fmla="*/ 0 h 646331"/>
              <a:gd name="csX3" fmla="*/ 947202 w 9818557"/>
              <a:gd name="csY3" fmla="*/ 0 h 646331"/>
              <a:gd name="csX4" fmla="*/ 1524764 w 9818557"/>
              <a:gd name="csY4" fmla="*/ 0 h 646331"/>
              <a:gd name="csX5" fmla="*/ 2200512 w 9818557"/>
              <a:gd name="csY5" fmla="*/ 0 h 646331"/>
              <a:gd name="csX6" fmla="*/ 2483517 w 9818557"/>
              <a:gd name="csY6" fmla="*/ 0 h 646331"/>
              <a:gd name="csX7" fmla="*/ 2864708 w 9818557"/>
              <a:gd name="csY7" fmla="*/ 0 h 646331"/>
              <a:gd name="csX8" fmla="*/ 3638642 w 9818557"/>
              <a:gd name="csY8" fmla="*/ 0 h 646331"/>
              <a:gd name="csX9" fmla="*/ 4314389 w 9818557"/>
              <a:gd name="csY9" fmla="*/ 0 h 646331"/>
              <a:gd name="csX10" fmla="*/ 4990137 w 9818557"/>
              <a:gd name="csY10" fmla="*/ 0 h 646331"/>
              <a:gd name="csX11" fmla="*/ 5764071 w 9818557"/>
              <a:gd name="csY11" fmla="*/ 0 h 646331"/>
              <a:gd name="csX12" fmla="*/ 6341633 w 9818557"/>
              <a:gd name="csY12" fmla="*/ 0 h 646331"/>
              <a:gd name="csX13" fmla="*/ 6624638 w 9818557"/>
              <a:gd name="csY13" fmla="*/ 0 h 646331"/>
              <a:gd name="csX14" fmla="*/ 7005829 w 9818557"/>
              <a:gd name="csY14" fmla="*/ 0 h 646331"/>
              <a:gd name="csX15" fmla="*/ 7681577 w 9818557"/>
              <a:gd name="csY15" fmla="*/ 0 h 646331"/>
              <a:gd name="csX16" fmla="*/ 8259139 w 9818557"/>
              <a:gd name="csY16" fmla="*/ 0 h 646331"/>
              <a:gd name="csX17" fmla="*/ 8542145 w 9818557"/>
              <a:gd name="csY17" fmla="*/ 0 h 646331"/>
              <a:gd name="csX18" fmla="*/ 8825150 w 9818557"/>
              <a:gd name="csY18" fmla="*/ 0 h 646331"/>
              <a:gd name="csX19" fmla="*/ 9818557 w 9818557"/>
              <a:gd name="csY19" fmla="*/ 0 h 646331"/>
              <a:gd name="csX20" fmla="*/ 9818557 w 9818557"/>
              <a:gd name="csY20" fmla="*/ 323166 h 646331"/>
              <a:gd name="csX21" fmla="*/ 9818557 w 9818557"/>
              <a:gd name="csY21" fmla="*/ 646331 h 646331"/>
              <a:gd name="csX22" fmla="*/ 9044624 w 9818557"/>
              <a:gd name="csY22" fmla="*/ 646331 h 646331"/>
              <a:gd name="csX23" fmla="*/ 8368876 w 9818557"/>
              <a:gd name="csY23" fmla="*/ 646331 h 646331"/>
              <a:gd name="csX24" fmla="*/ 7791314 w 9818557"/>
              <a:gd name="csY24" fmla="*/ 646331 h 646331"/>
              <a:gd name="csX25" fmla="*/ 7410123 w 9818557"/>
              <a:gd name="csY25" fmla="*/ 646331 h 646331"/>
              <a:gd name="csX26" fmla="*/ 7127117 w 9818557"/>
              <a:gd name="csY26" fmla="*/ 646331 h 646331"/>
              <a:gd name="csX27" fmla="*/ 6451370 w 9818557"/>
              <a:gd name="csY27" fmla="*/ 646331 h 646331"/>
              <a:gd name="csX28" fmla="*/ 6070178 w 9818557"/>
              <a:gd name="csY28" fmla="*/ 646331 h 646331"/>
              <a:gd name="csX29" fmla="*/ 5787173 w 9818557"/>
              <a:gd name="csY29" fmla="*/ 646331 h 646331"/>
              <a:gd name="csX30" fmla="*/ 5013240 w 9818557"/>
              <a:gd name="csY30" fmla="*/ 646331 h 646331"/>
              <a:gd name="csX31" fmla="*/ 4632049 w 9818557"/>
              <a:gd name="csY31" fmla="*/ 646331 h 646331"/>
              <a:gd name="csX32" fmla="*/ 3956301 w 9818557"/>
              <a:gd name="csY32" fmla="*/ 646331 h 646331"/>
              <a:gd name="csX33" fmla="*/ 3280553 w 9818557"/>
              <a:gd name="csY33" fmla="*/ 646331 h 646331"/>
              <a:gd name="csX34" fmla="*/ 2506620 w 9818557"/>
              <a:gd name="csY34" fmla="*/ 646331 h 646331"/>
              <a:gd name="csX35" fmla="*/ 2027243 w 9818557"/>
              <a:gd name="csY35" fmla="*/ 646331 h 646331"/>
              <a:gd name="csX36" fmla="*/ 1646052 w 9818557"/>
              <a:gd name="csY36" fmla="*/ 646331 h 646331"/>
              <a:gd name="csX37" fmla="*/ 1166676 w 9818557"/>
              <a:gd name="csY37" fmla="*/ 646331 h 646331"/>
              <a:gd name="csX38" fmla="*/ 589113 w 9818557"/>
              <a:gd name="csY38" fmla="*/ 646331 h 646331"/>
              <a:gd name="csX39" fmla="*/ 0 w 9818557"/>
              <a:gd name="csY39" fmla="*/ 646331 h 646331"/>
              <a:gd name="csX40" fmla="*/ 0 w 9818557"/>
              <a:gd name="csY40" fmla="*/ 323166 h 646331"/>
              <a:gd name="csX41" fmla="*/ 0 w 9818557"/>
              <a:gd name="csY41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818557" h="646331" extrusionOk="0">
                <a:moveTo>
                  <a:pt x="0" y="0"/>
                </a:moveTo>
                <a:cubicBezTo>
                  <a:pt x="110852" y="-32599"/>
                  <a:pt x="169672" y="31853"/>
                  <a:pt x="283005" y="0"/>
                </a:cubicBezTo>
                <a:cubicBezTo>
                  <a:pt x="396338" y="-31853"/>
                  <a:pt x="436395" y="32202"/>
                  <a:pt x="566011" y="0"/>
                </a:cubicBezTo>
                <a:cubicBezTo>
                  <a:pt x="695627" y="-32202"/>
                  <a:pt x="858229" y="3678"/>
                  <a:pt x="947202" y="0"/>
                </a:cubicBezTo>
                <a:cubicBezTo>
                  <a:pt x="1036175" y="-3678"/>
                  <a:pt x="1283758" y="1178"/>
                  <a:pt x="1524764" y="0"/>
                </a:cubicBezTo>
                <a:cubicBezTo>
                  <a:pt x="1765770" y="-1178"/>
                  <a:pt x="2026640" y="56059"/>
                  <a:pt x="2200512" y="0"/>
                </a:cubicBezTo>
                <a:cubicBezTo>
                  <a:pt x="2374384" y="-56059"/>
                  <a:pt x="2352631" y="29729"/>
                  <a:pt x="2483517" y="0"/>
                </a:cubicBezTo>
                <a:cubicBezTo>
                  <a:pt x="2614403" y="-29729"/>
                  <a:pt x="2714508" y="45454"/>
                  <a:pt x="2864708" y="0"/>
                </a:cubicBezTo>
                <a:cubicBezTo>
                  <a:pt x="3014908" y="-45454"/>
                  <a:pt x="3442300" y="19416"/>
                  <a:pt x="3638642" y="0"/>
                </a:cubicBezTo>
                <a:cubicBezTo>
                  <a:pt x="3834984" y="-19416"/>
                  <a:pt x="4033384" y="13971"/>
                  <a:pt x="4314389" y="0"/>
                </a:cubicBezTo>
                <a:cubicBezTo>
                  <a:pt x="4595394" y="-13971"/>
                  <a:pt x="4766582" y="73680"/>
                  <a:pt x="4990137" y="0"/>
                </a:cubicBezTo>
                <a:cubicBezTo>
                  <a:pt x="5213692" y="-73680"/>
                  <a:pt x="5432648" y="72604"/>
                  <a:pt x="5764071" y="0"/>
                </a:cubicBezTo>
                <a:cubicBezTo>
                  <a:pt x="6095494" y="-72604"/>
                  <a:pt x="6205883" y="27514"/>
                  <a:pt x="6341633" y="0"/>
                </a:cubicBezTo>
                <a:cubicBezTo>
                  <a:pt x="6477383" y="-27514"/>
                  <a:pt x="6486193" y="306"/>
                  <a:pt x="6624638" y="0"/>
                </a:cubicBezTo>
                <a:cubicBezTo>
                  <a:pt x="6763084" y="-306"/>
                  <a:pt x="6863745" y="5138"/>
                  <a:pt x="7005829" y="0"/>
                </a:cubicBezTo>
                <a:cubicBezTo>
                  <a:pt x="7147913" y="-5138"/>
                  <a:pt x="7540324" y="10326"/>
                  <a:pt x="7681577" y="0"/>
                </a:cubicBezTo>
                <a:cubicBezTo>
                  <a:pt x="7822830" y="-10326"/>
                  <a:pt x="8051430" y="11436"/>
                  <a:pt x="8259139" y="0"/>
                </a:cubicBezTo>
                <a:cubicBezTo>
                  <a:pt x="8466848" y="-11436"/>
                  <a:pt x="8419717" y="11195"/>
                  <a:pt x="8542145" y="0"/>
                </a:cubicBezTo>
                <a:cubicBezTo>
                  <a:pt x="8664573" y="-11195"/>
                  <a:pt x="8695181" y="14663"/>
                  <a:pt x="8825150" y="0"/>
                </a:cubicBezTo>
                <a:cubicBezTo>
                  <a:pt x="8955120" y="-14663"/>
                  <a:pt x="9494975" y="90267"/>
                  <a:pt x="9818557" y="0"/>
                </a:cubicBezTo>
                <a:cubicBezTo>
                  <a:pt x="9823429" y="159812"/>
                  <a:pt x="9787177" y="238995"/>
                  <a:pt x="9818557" y="323166"/>
                </a:cubicBezTo>
                <a:cubicBezTo>
                  <a:pt x="9849937" y="407337"/>
                  <a:pt x="9782904" y="513746"/>
                  <a:pt x="9818557" y="646331"/>
                </a:cubicBezTo>
                <a:cubicBezTo>
                  <a:pt x="9439056" y="703412"/>
                  <a:pt x="9345984" y="562125"/>
                  <a:pt x="9044624" y="646331"/>
                </a:cubicBezTo>
                <a:cubicBezTo>
                  <a:pt x="8743264" y="730537"/>
                  <a:pt x="8614194" y="578855"/>
                  <a:pt x="8368876" y="646331"/>
                </a:cubicBezTo>
                <a:cubicBezTo>
                  <a:pt x="8123558" y="713807"/>
                  <a:pt x="8035274" y="596639"/>
                  <a:pt x="7791314" y="646331"/>
                </a:cubicBezTo>
                <a:cubicBezTo>
                  <a:pt x="7547354" y="696023"/>
                  <a:pt x="7576461" y="612057"/>
                  <a:pt x="7410123" y="646331"/>
                </a:cubicBezTo>
                <a:cubicBezTo>
                  <a:pt x="7243785" y="680605"/>
                  <a:pt x="7207378" y="619064"/>
                  <a:pt x="7127117" y="646331"/>
                </a:cubicBezTo>
                <a:cubicBezTo>
                  <a:pt x="7046856" y="673598"/>
                  <a:pt x="6711834" y="615388"/>
                  <a:pt x="6451370" y="646331"/>
                </a:cubicBezTo>
                <a:cubicBezTo>
                  <a:pt x="6190906" y="677274"/>
                  <a:pt x="6183454" y="613112"/>
                  <a:pt x="6070178" y="646331"/>
                </a:cubicBezTo>
                <a:cubicBezTo>
                  <a:pt x="5956902" y="679550"/>
                  <a:pt x="5878355" y="625636"/>
                  <a:pt x="5787173" y="646331"/>
                </a:cubicBezTo>
                <a:cubicBezTo>
                  <a:pt x="5695991" y="667026"/>
                  <a:pt x="5271835" y="586316"/>
                  <a:pt x="5013240" y="646331"/>
                </a:cubicBezTo>
                <a:cubicBezTo>
                  <a:pt x="4754645" y="706346"/>
                  <a:pt x="4738635" y="601832"/>
                  <a:pt x="4632049" y="646331"/>
                </a:cubicBezTo>
                <a:cubicBezTo>
                  <a:pt x="4525463" y="690830"/>
                  <a:pt x="4179365" y="630233"/>
                  <a:pt x="3956301" y="646331"/>
                </a:cubicBezTo>
                <a:cubicBezTo>
                  <a:pt x="3733237" y="662429"/>
                  <a:pt x="3453756" y="569279"/>
                  <a:pt x="3280553" y="646331"/>
                </a:cubicBezTo>
                <a:cubicBezTo>
                  <a:pt x="3107350" y="723383"/>
                  <a:pt x="2767533" y="624440"/>
                  <a:pt x="2506620" y="646331"/>
                </a:cubicBezTo>
                <a:cubicBezTo>
                  <a:pt x="2245707" y="668222"/>
                  <a:pt x="2262810" y="619726"/>
                  <a:pt x="2027243" y="646331"/>
                </a:cubicBezTo>
                <a:cubicBezTo>
                  <a:pt x="1791676" y="672936"/>
                  <a:pt x="1766200" y="617228"/>
                  <a:pt x="1646052" y="646331"/>
                </a:cubicBezTo>
                <a:cubicBezTo>
                  <a:pt x="1525904" y="675434"/>
                  <a:pt x="1382541" y="598567"/>
                  <a:pt x="1166676" y="646331"/>
                </a:cubicBezTo>
                <a:cubicBezTo>
                  <a:pt x="950811" y="694095"/>
                  <a:pt x="743247" y="586427"/>
                  <a:pt x="589113" y="646331"/>
                </a:cubicBezTo>
                <a:cubicBezTo>
                  <a:pt x="434979" y="706235"/>
                  <a:pt x="206088" y="601460"/>
                  <a:pt x="0" y="646331"/>
                </a:cubicBezTo>
                <a:cubicBezTo>
                  <a:pt x="-37516" y="566565"/>
                  <a:pt x="36045" y="463691"/>
                  <a:pt x="0" y="323166"/>
                </a:cubicBezTo>
                <a:cubicBezTo>
                  <a:pt x="-36045" y="182642"/>
                  <a:pt x="8397" y="107121"/>
                  <a:pt x="0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67164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effectLst/>
              </a:rPr>
              <a:t>(مثال):</a:t>
            </a:r>
          </a:p>
          <a:p>
            <a:pPr>
              <a:buNone/>
            </a:pPr>
            <a:r>
              <a:rPr lang="ar-SA" dirty="0">
                <a:effectLst/>
              </a:rPr>
              <a:t>"حلل البيانات التالية واقترح ٥ رؤى مهمة، وأنشئ صيغ </a:t>
            </a:r>
            <a:r>
              <a:rPr lang="en-US" dirty="0">
                <a:effectLst/>
              </a:rPr>
              <a:t>Excel </a:t>
            </a:r>
            <a:r>
              <a:rPr lang="ar-SA" dirty="0">
                <a:effectLst/>
              </a:rPr>
              <a:t>جاهزة لـ: إجمالي المبيعات، نسبة النمو، أفضل ٣ أشهر."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1C80F4FE-3A7E-9BB5-CF22-3C689B0B8437}"/>
              </a:ext>
            </a:extLst>
          </p:cNvPr>
          <p:cNvSpPr txBox="1"/>
          <p:nvPr/>
        </p:nvSpPr>
        <p:spPr>
          <a:xfrm>
            <a:off x="5040443" y="2048557"/>
            <a:ext cx="6093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400" b="1" dirty="0">
                <a:effectLst/>
              </a:rPr>
              <a:t>التطبيقات العملية:</a:t>
            </a:r>
            <a:endParaRPr lang="ar-SA" sz="2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تحويل بيانات خام إلى رؤى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إنشاء جداول وصيغ تلقائياً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رسوم بيانية وتقارير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1217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054F6-B818-53F8-DFA1-5E437905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0F863216-F358-443A-ED3F-BEBD64924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3E262916-2456-1C44-106C-AF628241F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إدارة الوقت والمهام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1497A6AE-0F7B-764E-E0C3-4BE8F1849A8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487" y="1002613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إدارة الوقت والمهام والمشاريع بذكاء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5174BBE7-5D13-05C0-0980-F1B33AC2F1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10AB0FCA-9782-E9DF-EB95-974B4C673705}"/>
              </a:ext>
            </a:extLst>
          </p:cNvPr>
          <p:cNvSpPr txBox="1"/>
          <p:nvPr/>
        </p:nvSpPr>
        <p:spPr>
          <a:xfrm>
            <a:off x="1783829" y="4932057"/>
            <a:ext cx="9818557" cy="646331"/>
          </a:xfrm>
          <a:custGeom>
            <a:avLst/>
            <a:gdLst>
              <a:gd name="csX0" fmla="*/ 0 w 9818557"/>
              <a:gd name="csY0" fmla="*/ 0 h 646331"/>
              <a:gd name="csX1" fmla="*/ 283005 w 9818557"/>
              <a:gd name="csY1" fmla="*/ 0 h 646331"/>
              <a:gd name="csX2" fmla="*/ 566011 w 9818557"/>
              <a:gd name="csY2" fmla="*/ 0 h 646331"/>
              <a:gd name="csX3" fmla="*/ 947202 w 9818557"/>
              <a:gd name="csY3" fmla="*/ 0 h 646331"/>
              <a:gd name="csX4" fmla="*/ 1524764 w 9818557"/>
              <a:gd name="csY4" fmla="*/ 0 h 646331"/>
              <a:gd name="csX5" fmla="*/ 2200512 w 9818557"/>
              <a:gd name="csY5" fmla="*/ 0 h 646331"/>
              <a:gd name="csX6" fmla="*/ 2483517 w 9818557"/>
              <a:gd name="csY6" fmla="*/ 0 h 646331"/>
              <a:gd name="csX7" fmla="*/ 2864708 w 9818557"/>
              <a:gd name="csY7" fmla="*/ 0 h 646331"/>
              <a:gd name="csX8" fmla="*/ 3638642 w 9818557"/>
              <a:gd name="csY8" fmla="*/ 0 h 646331"/>
              <a:gd name="csX9" fmla="*/ 4314389 w 9818557"/>
              <a:gd name="csY9" fmla="*/ 0 h 646331"/>
              <a:gd name="csX10" fmla="*/ 4990137 w 9818557"/>
              <a:gd name="csY10" fmla="*/ 0 h 646331"/>
              <a:gd name="csX11" fmla="*/ 5764071 w 9818557"/>
              <a:gd name="csY11" fmla="*/ 0 h 646331"/>
              <a:gd name="csX12" fmla="*/ 6341633 w 9818557"/>
              <a:gd name="csY12" fmla="*/ 0 h 646331"/>
              <a:gd name="csX13" fmla="*/ 6624638 w 9818557"/>
              <a:gd name="csY13" fmla="*/ 0 h 646331"/>
              <a:gd name="csX14" fmla="*/ 7005829 w 9818557"/>
              <a:gd name="csY14" fmla="*/ 0 h 646331"/>
              <a:gd name="csX15" fmla="*/ 7681577 w 9818557"/>
              <a:gd name="csY15" fmla="*/ 0 h 646331"/>
              <a:gd name="csX16" fmla="*/ 8259139 w 9818557"/>
              <a:gd name="csY16" fmla="*/ 0 h 646331"/>
              <a:gd name="csX17" fmla="*/ 8542145 w 9818557"/>
              <a:gd name="csY17" fmla="*/ 0 h 646331"/>
              <a:gd name="csX18" fmla="*/ 8825150 w 9818557"/>
              <a:gd name="csY18" fmla="*/ 0 h 646331"/>
              <a:gd name="csX19" fmla="*/ 9818557 w 9818557"/>
              <a:gd name="csY19" fmla="*/ 0 h 646331"/>
              <a:gd name="csX20" fmla="*/ 9818557 w 9818557"/>
              <a:gd name="csY20" fmla="*/ 323166 h 646331"/>
              <a:gd name="csX21" fmla="*/ 9818557 w 9818557"/>
              <a:gd name="csY21" fmla="*/ 646331 h 646331"/>
              <a:gd name="csX22" fmla="*/ 9044624 w 9818557"/>
              <a:gd name="csY22" fmla="*/ 646331 h 646331"/>
              <a:gd name="csX23" fmla="*/ 8368876 w 9818557"/>
              <a:gd name="csY23" fmla="*/ 646331 h 646331"/>
              <a:gd name="csX24" fmla="*/ 7791314 w 9818557"/>
              <a:gd name="csY24" fmla="*/ 646331 h 646331"/>
              <a:gd name="csX25" fmla="*/ 7410123 w 9818557"/>
              <a:gd name="csY25" fmla="*/ 646331 h 646331"/>
              <a:gd name="csX26" fmla="*/ 7127117 w 9818557"/>
              <a:gd name="csY26" fmla="*/ 646331 h 646331"/>
              <a:gd name="csX27" fmla="*/ 6451370 w 9818557"/>
              <a:gd name="csY27" fmla="*/ 646331 h 646331"/>
              <a:gd name="csX28" fmla="*/ 6070178 w 9818557"/>
              <a:gd name="csY28" fmla="*/ 646331 h 646331"/>
              <a:gd name="csX29" fmla="*/ 5787173 w 9818557"/>
              <a:gd name="csY29" fmla="*/ 646331 h 646331"/>
              <a:gd name="csX30" fmla="*/ 5013240 w 9818557"/>
              <a:gd name="csY30" fmla="*/ 646331 h 646331"/>
              <a:gd name="csX31" fmla="*/ 4632049 w 9818557"/>
              <a:gd name="csY31" fmla="*/ 646331 h 646331"/>
              <a:gd name="csX32" fmla="*/ 3956301 w 9818557"/>
              <a:gd name="csY32" fmla="*/ 646331 h 646331"/>
              <a:gd name="csX33" fmla="*/ 3280553 w 9818557"/>
              <a:gd name="csY33" fmla="*/ 646331 h 646331"/>
              <a:gd name="csX34" fmla="*/ 2506620 w 9818557"/>
              <a:gd name="csY34" fmla="*/ 646331 h 646331"/>
              <a:gd name="csX35" fmla="*/ 2027243 w 9818557"/>
              <a:gd name="csY35" fmla="*/ 646331 h 646331"/>
              <a:gd name="csX36" fmla="*/ 1646052 w 9818557"/>
              <a:gd name="csY36" fmla="*/ 646331 h 646331"/>
              <a:gd name="csX37" fmla="*/ 1166676 w 9818557"/>
              <a:gd name="csY37" fmla="*/ 646331 h 646331"/>
              <a:gd name="csX38" fmla="*/ 589113 w 9818557"/>
              <a:gd name="csY38" fmla="*/ 646331 h 646331"/>
              <a:gd name="csX39" fmla="*/ 0 w 9818557"/>
              <a:gd name="csY39" fmla="*/ 646331 h 646331"/>
              <a:gd name="csX40" fmla="*/ 0 w 9818557"/>
              <a:gd name="csY40" fmla="*/ 323166 h 646331"/>
              <a:gd name="csX41" fmla="*/ 0 w 9818557"/>
              <a:gd name="csY41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818557" h="646331" extrusionOk="0">
                <a:moveTo>
                  <a:pt x="0" y="0"/>
                </a:moveTo>
                <a:cubicBezTo>
                  <a:pt x="110852" y="-32599"/>
                  <a:pt x="169672" y="31853"/>
                  <a:pt x="283005" y="0"/>
                </a:cubicBezTo>
                <a:cubicBezTo>
                  <a:pt x="396338" y="-31853"/>
                  <a:pt x="436395" y="32202"/>
                  <a:pt x="566011" y="0"/>
                </a:cubicBezTo>
                <a:cubicBezTo>
                  <a:pt x="695627" y="-32202"/>
                  <a:pt x="858229" y="3678"/>
                  <a:pt x="947202" y="0"/>
                </a:cubicBezTo>
                <a:cubicBezTo>
                  <a:pt x="1036175" y="-3678"/>
                  <a:pt x="1283758" y="1178"/>
                  <a:pt x="1524764" y="0"/>
                </a:cubicBezTo>
                <a:cubicBezTo>
                  <a:pt x="1765770" y="-1178"/>
                  <a:pt x="2026640" y="56059"/>
                  <a:pt x="2200512" y="0"/>
                </a:cubicBezTo>
                <a:cubicBezTo>
                  <a:pt x="2374384" y="-56059"/>
                  <a:pt x="2352631" y="29729"/>
                  <a:pt x="2483517" y="0"/>
                </a:cubicBezTo>
                <a:cubicBezTo>
                  <a:pt x="2614403" y="-29729"/>
                  <a:pt x="2714508" y="45454"/>
                  <a:pt x="2864708" y="0"/>
                </a:cubicBezTo>
                <a:cubicBezTo>
                  <a:pt x="3014908" y="-45454"/>
                  <a:pt x="3442300" y="19416"/>
                  <a:pt x="3638642" y="0"/>
                </a:cubicBezTo>
                <a:cubicBezTo>
                  <a:pt x="3834984" y="-19416"/>
                  <a:pt x="4033384" y="13971"/>
                  <a:pt x="4314389" y="0"/>
                </a:cubicBezTo>
                <a:cubicBezTo>
                  <a:pt x="4595394" y="-13971"/>
                  <a:pt x="4766582" y="73680"/>
                  <a:pt x="4990137" y="0"/>
                </a:cubicBezTo>
                <a:cubicBezTo>
                  <a:pt x="5213692" y="-73680"/>
                  <a:pt x="5432648" y="72604"/>
                  <a:pt x="5764071" y="0"/>
                </a:cubicBezTo>
                <a:cubicBezTo>
                  <a:pt x="6095494" y="-72604"/>
                  <a:pt x="6205883" y="27514"/>
                  <a:pt x="6341633" y="0"/>
                </a:cubicBezTo>
                <a:cubicBezTo>
                  <a:pt x="6477383" y="-27514"/>
                  <a:pt x="6486193" y="306"/>
                  <a:pt x="6624638" y="0"/>
                </a:cubicBezTo>
                <a:cubicBezTo>
                  <a:pt x="6763084" y="-306"/>
                  <a:pt x="6863745" y="5138"/>
                  <a:pt x="7005829" y="0"/>
                </a:cubicBezTo>
                <a:cubicBezTo>
                  <a:pt x="7147913" y="-5138"/>
                  <a:pt x="7540324" y="10326"/>
                  <a:pt x="7681577" y="0"/>
                </a:cubicBezTo>
                <a:cubicBezTo>
                  <a:pt x="7822830" y="-10326"/>
                  <a:pt x="8051430" y="11436"/>
                  <a:pt x="8259139" y="0"/>
                </a:cubicBezTo>
                <a:cubicBezTo>
                  <a:pt x="8466848" y="-11436"/>
                  <a:pt x="8419717" y="11195"/>
                  <a:pt x="8542145" y="0"/>
                </a:cubicBezTo>
                <a:cubicBezTo>
                  <a:pt x="8664573" y="-11195"/>
                  <a:pt x="8695181" y="14663"/>
                  <a:pt x="8825150" y="0"/>
                </a:cubicBezTo>
                <a:cubicBezTo>
                  <a:pt x="8955120" y="-14663"/>
                  <a:pt x="9494975" y="90267"/>
                  <a:pt x="9818557" y="0"/>
                </a:cubicBezTo>
                <a:cubicBezTo>
                  <a:pt x="9823429" y="159812"/>
                  <a:pt x="9787177" y="238995"/>
                  <a:pt x="9818557" y="323166"/>
                </a:cubicBezTo>
                <a:cubicBezTo>
                  <a:pt x="9849937" y="407337"/>
                  <a:pt x="9782904" y="513746"/>
                  <a:pt x="9818557" y="646331"/>
                </a:cubicBezTo>
                <a:cubicBezTo>
                  <a:pt x="9439056" y="703412"/>
                  <a:pt x="9345984" y="562125"/>
                  <a:pt x="9044624" y="646331"/>
                </a:cubicBezTo>
                <a:cubicBezTo>
                  <a:pt x="8743264" y="730537"/>
                  <a:pt x="8614194" y="578855"/>
                  <a:pt x="8368876" y="646331"/>
                </a:cubicBezTo>
                <a:cubicBezTo>
                  <a:pt x="8123558" y="713807"/>
                  <a:pt x="8035274" y="596639"/>
                  <a:pt x="7791314" y="646331"/>
                </a:cubicBezTo>
                <a:cubicBezTo>
                  <a:pt x="7547354" y="696023"/>
                  <a:pt x="7576461" y="612057"/>
                  <a:pt x="7410123" y="646331"/>
                </a:cubicBezTo>
                <a:cubicBezTo>
                  <a:pt x="7243785" y="680605"/>
                  <a:pt x="7207378" y="619064"/>
                  <a:pt x="7127117" y="646331"/>
                </a:cubicBezTo>
                <a:cubicBezTo>
                  <a:pt x="7046856" y="673598"/>
                  <a:pt x="6711834" y="615388"/>
                  <a:pt x="6451370" y="646331"/>
                </a:cubicBezTo>
                <a:cubicBezTo>
                  <a:pt x="6190906" y="677274"/>
                  <a:pt x="6183454" y="613112"/>
                  <a:pt x="6070178" y="646331"/>
                </a:cubicBezTo>
                <a:cubicBezTo>
                  <a:pt x="5956902" y="679550"/>
                  <a:pt x="5878355" y="625636"/>
                  <a:pt x="5787173" y="646331"/>
                </a:cubicBezTo>
                <a:cubicBezTo>
                  <a:pt x="5695991" y="667026"/>
                  <a:pt x="5271835" y="586316"/>
                  <a:pt x="5013240" y="646331"/>
                </a:cubicBezTo>
                <a:cubicBezTo>
                  <a:pt x="4754645" y="706346"/>
                  <a:pt x="4738635" y="601832"/>
                  <a:pt x="4632049" y="646331"/>
                </a:cubicBezTo>
                <a:cubicBezTo>
                  <a:pt x="4525463" y="690830"/>
                  <a:pt x="4179365" y="630233"/>
                  <a:pt x="3956301" y="646331"/>
                </a:cubicBezTo>
                <a:cubicBezTo>
                  <a:pt x="3733237" y="662429"/>
                  <a:pt x="3453756" y="569279"/>
                  <a:pt x="3280553" y="646331"/>
                </a:cubicBezTo>
                <a:cubicBezTo>
                  <a:pt x="3107350" y="723383"/>
                  <a:pt x="2767533" y="624440"/>
                  <a:pt x="2506620" y="646331"/>
                </a:cubicBezTo>
                <a:cubicBezTo>
                  <a:pt x="2245707" y="668222"/>
                  <a:pt x="2262810" y="619726"/>
                  <a:pt x="2027243" y="646331"/>
                </a:cubicBezTo>
                <a:cubicBezTo>
                  <a:pt x="1791676" y="672936"/>
                  <a:pt x="1766200" y="617228"/>
                  <a:pt x="1646052" y="646331"/>
                </a:cubicBezTo>
                <a:cubicBezTo>
                  <a:pt x="1525904" y="675434"/>
                  <a:pt x="1382541" y="598567"/>
                  <a:pt x="1166676" y="646331"/>
                </a:cubicBezTo>
                <a:cubicBezTo>
                  <a:pt x="950811" y="694095"/>
                  <a:pt x="743247" y="586427"/>
                  <a:pt x="589113" y="646331"/>
                </a:cubicBezTo>
                <a:cubicBezTo>
                  <a:pt x="434979" y="706235"/>
                  <a:pt x="206088" y="601460"/>
                  <a:pt x="0" y="646331"/>
                </a:cubicBezTo>
                <a:cubicBezTo>
                  <a:pt x="-37516" y="566565"/>
                  <a:pt x="36045" y="463691"/>
                  <a:pt x="0" y="323166"/>
                </a:cubicBezTo>
                <a:cubicBezTo>
                  <a:pt x="-36045" y="182642"/>
                  <a:pt x="8397" y="107121"/>
                  <a:pt x="0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67164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effectLst/>
              </a:rPr>
              <a:t>(مثال):</a:t>
            </a:r>
          </a:p>
          <a:p>
            <a:pPr>
              <a:buNone/>
            </a:pPr>
            <a:r>
              <a:rPr lang="ar-SA" dirty="0">
                <a:effectLst/>
              </a:rPr>
              <a:t>"أنشئ خطة يومية مفصلة لموظف إداري لديه المهام التالية: [الصق مهامك]، مع تخصيص أوقات وأولويات."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D798DA24-8D6B-162A-32EF-A9A561E3EBEE}"/>
              </a:ext>
            </a:extLst>
          </p:cNvPr>
          <p:cNvSpPr txBox="1"/>
          <p:nvPr/>
        </p:nvSpPr>
        <p:spPr>
          <a:xfrm>
            <a:off x="5220325" y="2051626"/>
            <a:ext cx="60935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400" b="1" dirty="0">
                <a:effectLst/>
              </a:rPr>
              <a:t>النقاط الرئيسية:</a:t>
            </a:r>
            <a:endParaRPr lang="ar-SA" sz="2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تخطيط اليوم والأسبوع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تقسيم المشاريع الكبيرة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عداد قوائم أولويات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متابعة التقدم</a:t>
            </a:r>
          </a:p>
        </p:txBody>
      </p:sp>
    </p:spTree>
    <p:extLst>
      <p:ext uri="{BB962C8B-B14F-4D97-AF65-F5344CB8AC3E}">
        <p14:creationId xmlns:p14="http://schemas.microsoft.com/office/powerpoint/2010/main" val="4264964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9A81-FBCD-EA42-61CC-950FB4C2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FE26C417-E963-7CFA-A11E-1FD5A7BFA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4B8ADF73-8BB9-B43B-7D01-916CA852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البحث المتقدم والمعلومات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CE543F14-D379-CF08-E8D5-ACD76CE2834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487" y="1002613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البحث الدقيق والسريع باستخدام </a:t>
            </a:r>
            <a:r>
              <a:rPr lang="en-US" dirty="0">
                <a:effectLst/>
              </a:rPr>
              <a:t>Perplexity </a:t>
            </a:r>
            <a:r>
              <a:rPr lang="ar-SA" dirty="0">
                <a:effectLst/>
              </a:rPr>
              <a:t>وغيرها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23011B0-0185-AB4B-D9DE-33321A4024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F35AFA61-9D2A-A271-34C1-89873D7DB6FE}"/>
              </a:ext>
            </a:extLst>
          </p:cNvPr>
          <p:cNvSpPr txBox="1"/>
          <p:nvPr/>
        </p:nvSpPr>
        <p:spPr>
          <a:xfrm>
            <a:off x="1783829" y="4932057"/>
            <a:ext cx="9818557" cy="923330"/>
          </a:xfrm>
          <a:custGeom>
            <a:avLst/>
            <a:gdLst>
              <a:gd name="csX0" fmla="*/ 0 w 9818557"/>
              <a:gd name="csY0" fmla="*/ 0 h 923330"/>
              <a:gd name="csX1" fmla="*/ 283005 w 9818557"/>
              <a:gd name="csY1" fmla="*/ 0 h 923330"/>
              <a:gd name="csX2" fmla="*/ 566011 w 9818557"/>
              <a:gd name="csY2" fmla="*/ 0 h 923330"/>
              <a:gd name="csX3" fmla="*/ 947202 w 9818557"/>
              <a:gd name="csY3" fmla="*/ 0 h 923330"/>
              <a:gd name="csX4" fmla="*/ 1524764 w 9818557"/>
              <a:gd name="csY4" fmla="*/ 0 h 923330"/>
              <a:gd name="csX5" fmla="*/ 2200512 w 9818557"/>
              <a:gd name="csY5" fmla="*/ 0 h 923330"/>
              <a:gd name="csX6" fmla="*/ 2483517 w 9818557"/>
              <a:gd name="csY6" fmla="*/ 0 h 923330"/>
              <a:gd name="csX7" fmla="*/ 2864708 w 9818557"/>
              <a:gd name="csY7" fmla="*/ 0 h 923330"/>
              <a:gd name="csX8" fmla="*/ 3638642 w 9818557"/>
              <a:gd name="csY8" fmla="*/ 0 h 923330"/>
              <a:gd name="csX9" fmla="*/ 4314389 w 9818557"/>
              <a:gd name="csY9" fmla="*/ 0 h 923330"/>
              <a:gd name="csX10" fmla="*/ 4990137 w 9818557"/>
              <a:gd name="csY10" fmla="*/ 0 h 923330"/>
              <a:gd name="csX11" fmla="*/ 5764071 w 9818557"/>
              <a:gd name="csY11" fmla="*/ 0 h 923330"/>
              <a:gd name="csX12" fmla="*/ 6341633 w 9818557"/>
              <a:gd name="csY12" fmla="*/ 0 h 923330"/>
              <a:gd name="csX13" fmla="*/ 6624638 w 9818557"/>
              <a:gd name="csY13" fmla="*/ 0 h 923330"/>
              <a:gd name="csX14" fmla="*/ 7005829 w 9818557"/>
              <a:gd name="csY14" fmla="*/ 0 h 923330"/>
              <a:gd name="csX15" fmla="*/ 7681577 w 9818557"/>
              <a:gd name="csY15" fmla="*/ 0 h 923330"/>
              <a:gd name="csX16" fmla="*/ 8259139 w 9818557"/>
              <a:gd name="csY16" fmla="*/ 0 h 923330"/>
              <a:gd name="csX17" fmla="*/ 8542145 w 9818557"/>
              <a:gd name="csY17" fmla="*/ 0 h 923330"/>
              <a:gd name="csX18" fmla="*/ 8825150 w 9818557"/>
              <a:gd name="csY18" fmla="*/ 0 h 923330"/>
              <a:gd name="csX19" fmla="*/ 9818557 w 9818557"/>
              <a:gd name="csY19" fmla="*/ 0 h 923330"/>
              <a:gd name="csX20" fmla="*/ 9818557 w 9818557"/>
              <a:gd name="csY20" fmla="*/ 461665 h 923330"/>
              <a:gd name="csX21" fmla="*/ 9818557 w 9818557"/>
              <a:gd name="csY21" fmla="*/ 923330 h 923330"/>
              <a:gd name="csX22" fmla="*/ 9044624 w 9818557"/>
              <a:gd name="csY22" fmla="*/ 923330 h 923330"/>
              <a:gd name="csX23" fmla="*/ 8368876 w 9818557"/>
              <a:gd name="csY23" fmla="*/ 923330 h 923330"/>
              <a:gd name="csX24" fmla="*/ 7791314 w 9818557"/>
              <a:gd name="csY24" fmla="*/ 923330 h 923330"/>
              <a:gd name="csX25" fmla="*/ 7410123 w 9818557"/>
              <a:gd name="csY25" fmla="*/ 923330 h 923330"/>
              <a:gd name="csX26" fmla="*/ 7127117 w 9818557"/>
              <a:gd name="csY26" fmla="*/ 923330 h 923330"/>
              <a:gd name="csX27" fmla="*/ 6451370 w 9818557"/>
              <a:gd name="csY27" fmla="*/ 923330 h 923330"/>
              <a:gd name="csX28" fmla="*/ 6070178 w 9818557"/>
              <a:gd name="csY28" fmla="*/ 923330 h 923330"/>
              <a:gd name="csX29" fmla="*/ 5787173 w 9818557"/>
              <a:gd name="csY29" fmla="*/ 923330 h 923330"/>
              <a:gd name="csX30" fmla="*/ 5013240 w 9818557"/>
              <a:gd name="csY30" fmla="*/ 923330 h 923330"/>
              <a:gd name="csX31" fmla="*/ 4632049 w 9818557"/>
              <a:gd name="csY31" fmla="*/ 923330 h 923330"/>
              <a:gd name="csX32" fmla="*/ 3956301 w 9818557"/>
              <a:gd name="csY32" fmla="*/ 923330 h 923330"/>
              <a:gd name="csX33" fmla="*/ 3280553 w 9818557"/>
              <a:gd name="csY33" fmla="*/ 923330 h 923330"/>
              <a:gd name="csX34" fmla="*/ 2506620 w 9818557"/>
              <a:gd name="csY34" fmla="*/ 923330 h 923330"/>
              <a:gd name="csX35" fmla="*/ 2027243 w 9818557"/>
              <a:gd name="csY35" fmla="*/ 923330 h 923330"/>
              <a:gd name="csX36" fmla="*/ 1646052 w 9818557"/>
              <a:gd name="csY36" fmla="*/ 923330 h 923330"/>
              <a:gd name="csX37" fmla="*/ 1166676 w 9818557"/>
              <a:gd name="csY37" fmla="*/ 923330 h 923330"/>
              <a:gd name="csX38" fmla="*/ 589113 w 9818557"/>
              <a:gd name="csY38" fmla="*/ 923330 h 923330"/>
              <a:gd name="csX39" fmla="*/ 0 w 9818557"/>
              <a:gd name="csY39" fmla="*/ 923330 h 923330"/>
              <a:gd name="csX40" fmla="*/ 0 w 9818557"/>
              <a:gd name="csY40" fmla="*/ 461665 h 923330"/>
              <a:gd name="csX41" fmla="*/ 0 w 9818557"/>
              <a:gd name="csY41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818557" h="923330" extrusionOk="0">
                <a:moveTo>
                  <a:pt x="0" y="0"/>
                </a:moveTo>
                <a:cubicBezTo>
                  <a:pt x="110852" y="-32599"/>
                  <a:pt x="169672" y="31853"/>
                  <a:pt x="283005" y="0"/>
                </a:cubicBezTo>
                <a:cubicBezTo>
                  <a:pt x="396338" y="-31853"/>
                  <a:pt x="436395" y="32202"/>
                  <a:pt x="566011" y="0"/>
                </a:cubicBezTo>
                <a:cubicBezTo>
                  <a:pt x="695627" y="-32202"/>
                  <a:pt x="858229" y="3678"/>
                  <a:pt x="947202" y="0"/>
                </a:cubicBezTo>
                <a:cubicBezTo>
                  <a:pt x="1036175" y="-3678"/>
                  <a:pt x="1283758" y="1178"/>
                  <a:pt x="1524764" y="0"/>
                </a:cubicBezTo>
                <a:cubicBezTo>
                  <a:pt x="1765770" y="-1178"/>
                  <a:pt x="2026640" y="56059"/>
                  <a:pt x="2200512" y="0"/>
                </a:cubicBezTo>
                <a:cubicBezTo>
                  <a:pt x="2374384" y="-56059"/>
                  <a:pt x="2352631" y="29729"/>
                  <a:pt x="2483517" y="0"/>
                </a:cubicBezTo>
                <a:cubicBezTo>
                  <a:pt x="2614403" y="-29729"/>
                  <a:pt x="2714508" y="45454"/>
                  <a:pt x="2864708" y="0"/>
                </a:cubicBezTo>
                <a:cubicBezTo>
                  <a:pt x="3014908" y="-45454"/>
                  <a:pt x="3442300" y="19416"/>
                  <a:pt x="3638642" y="0"/>
                </a:cubicBezTo>
                <a:cubicBezTo>
                  <a:pt x="3834984" y="-19416"/>
                  <a:pt x="4033384" y="13971"/>
                  <a:pt x="4314389" y="0"/>
                </a:cubicBezTo>
                <a:cubicBezTo>
                  <a:pt x="4595394" y="-13971"/>
                  <a:pt x="4766582" y="73680"/>
                  <a:pt x="4990137" y="0"/>
                </a:cubicBezTo>
                <a:cubicBezTo>
                  <a:pt x="5213692" y="-73680"/>
                  <a:pt x="5432648" y="72604"/>
                  <a:pt x="5764071" y="0"/>
                </a:cubicBezTo>
                <a:cubicBezTo>
                  <a:pt x="6095494" y="-72604"/>
                  <a:pt x="6205883" y="27514"/>
                  <a:pt x="6341633" y="0"/>
                </a:cubicBezTo>
                <a:cubicBezTo>
                  <a:pt x="6477383" y="-27514"/>
                  <a:pt x="6486193" y="306"/>
                  <a:pt x="6624638" y="0"/>
                </a:cubicBezTo>
                <a:cubicBezTo>
                  <a:pt x="6763084" y="-306"/>
                  <a:pt x="6863745" y="5138"/>
                  <a:pt x="7005829" y="0"/>
                </a:cubicBezTo>
                <a:cubicBezTo>
                  <a:pt x="7147913" y="-5138"/>
                  <a:pt x="7540324" y="10326"/>
                  <a:pt x="7681577" y="0"/>
                </a:cubicBezTo>
                <a:cubicBezTo>
                  <a:pt x="7822830" y="-10326"/>
                  <a:pt x="8051430" y="11436"/>
                  <a:pt x="8259139" y="0"/>
                </a:cubicBezTo>
                <a:cubicBezTo>
                  <a:pt x="8466848" y="-11436"/>
                  <a:pt x="8419717" y="11195"/>
                  <a:pt x="8542145" y="0"/>
                </a:cubicBezTo>
                <a:cubicBezTo>
                  <a:pt x="8664573" y="-11195"/>
                  <a:pt x="8695181" y="14663"/>
                  <a:pt x="8825150" y="0"/>
                </a:cubicBezTo>
                <a:cubicBezTo>
                  <a:pt x="8955120" y="-14663"/>
                  <a:pt x="9494975" y="90267"/>
                  <a:pt x="9818557" y="0"/>
                </a:cubicBezTo>
                <a:cubicBezTo>
                  <a:pt x="9834247" y="168899"/>
                  <a:pt x="9769078" y="248361"/>
                  <a:pt x="9818557" y="461665"/>
                </a:cubicBezTo>
                <a:cubicBezTo>
                  <a:pt x="9868036" y="674969"/>
                  <a:pt x="9771919" y="793994"/>
                  <a:pt x="9818557" y="923330"/>
                </a:cubicBezTo>
                <a:cubicBezTo>
                  <a:pt x="9439056" y="980411"/>
                  <a:pt x="9345984" y="839124"/>
                  <a:pt x="9044624" y="923330"/>
                </a:cubicBezTo>
                <a:cubicBezTo>
                  <a:pt x="8743264" y="1007536"/>
                  <a:pt x="8614194" y="855854"/>
                  <a:pt x="8368876" y="923330"/>
                </a:cubicBezTo>
                <a:cubicBezTo>
                  <a:pt x="8123558" y="990806"/>
                  <a:pt x="8035274" y="873638"/>
                  <a:pt x="7791314" y="923330"/>
                </a:cubicBezTo>
                <a:cubicBezTo>
                  <a:pt x="7547354" y="973022"/>
                  <a:pt x="7576461" y="889056"/>
                  <a:pt x="7410123" y="923330"/>
                </a:cubicBezTo>
                <a:cubicBezTo>
                  <a:pt x="7243785" y="957604"/>
                  <a:pt x="7207378" y="896063"/>
                  <a:pt x="7127117" y="923330"/>
                </a:cubicBezTo>
                <a:cubicBezTo>
                  <a:pt x="7046856" y="950597"/>
                  <a:pt x="6711834" y="892387"/>
                  <a:pt x="6451370" y="923330"/>
                </a:cubicBezTo>
                <a:cubicBezTo>
                  <a:pt x="6190906" y="954273"/>
                  <a:pt x="6183454" y="890111"/>
                  <a:pt x="6070178" y="923330"/>
                </a:cubicBezTo>
                <a:cubicBezTo>
                  <a:pt x="5956902" y="956549"/>
                  <a:pt x="5878355" y="902635"/>
                  <a:pt x="5787173" y="923330"/>
                </a:cubicBezTo>
                <a:cubicBezTo>
                  <a:pt x="5695991" y="944025"/>
                  <a:pt x="5271835" y="863315"/>
                  <a:pt x="5013240" y="923330"/>
                </a:cubicBezTo>
                <a:cubicBezTo>
                  <a:pt x="4754645" y="983345"/>
                  <a:pt x="4738635" y="878831"/>
                  <a:pt x="4632049" y="923330"/>
                </a:cubicBezTo>
                <a:cubicBezTo>
                  <a:pt x="4525463" y="967829"/>
                  <a:pt x="4179365" y="907232"/>
                  <a:pt x="3956301" y="923330"/>
                </a:cubicBezTo>
                <a:cubicBezTo>
                  <a:pt x="3733237" y="939428"/>
                  <a:pt x="3453756" y="846278"/>
                  <a:pt x="3280553" y="923330"/>
                </a:cubicBezTo>
                <a:cubicBezTo>
                  <a:pt x="3107350" y="1000382"/>
                  <a:pt x="2767533" y="901439"/>
                  <a:pt x="2506620" y="923330"/>
                </a:cubicBezTo>
                <a:cubicBezTo>
                  <a:pt x="2245707" y="945221"/>
                  <a:pt x="2262810" y="896725"/>
                  <a:pt x="2027243" y="923330"/>
                </a:cubicBezTo>
                <a:cubicBezTo>
                  <a:pt x="1791676" y="949935"/>
                  <a:pt x="1766200" y="894227"/>
                  <a:pt x="1646052" y="923330"/>
                </a:cubicBezTo>
                <a:cubicBezTo>
                  <a:pt x="1525904" y="952433"/>
                  <a:pt x="1382541" y="875566"/>
                  <a:pt x="1166676" y="923330"/>
                </a:cubicBezTo>
                <a:cubicBezTo>
                  <a:pt x="950811" y="971094"/>
                  <a:pt x="743247" y="863426"/>
                  <a:pt x="589113" y="923330"/>
                </a:cubicBezTo>
                <a:cubicBezTo>
                  <a:pt x="434979" y="983234"/>
                  <a:pt x="206088" y="878459"/>
                  <a:pt x="0" y="923330"/>
                </a:cubicBezTo>
                <a:cubicBezTo>
                  <a:pt x="-21047" y="758637"/>
                  <a:pt x="25173" y="637880"/>
                  <a:pt x="0" y="461665"/>
                </a:cubicBezTo>
                <a:cubicBezTo>
                  <a:pt x="-25173" y="285451"/>
                  <a:pt x="26818" y="229774"/>
                  <a:pt x="0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67164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effectLst/>
              </a:rPr>
              <a:t>(مثال):</a:t>
            </a:r>
          </a:p>
          <a:p>
            <a:pPr>
              <a:buNone/>
            </a:pPr>
            <a:r>
              <a:rPr lang="ar-SA" dirty="0">
                <a:effectLst/>
              </a:rPr>
              <a:t>"ابحث عن أحدث الإحصائيات حول استخدام الذكاء الاصطناعي في رفع إنتاجية الموظفين في الشرق الأوسط ٢٠٢٥-٢٠٢٦ مع ذكر المصادر."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235C119B-BFA8-3706-6DF7-78A7A277145C}"/>
              </a:ext>
            </a:extLst>
          </p:cNvPr>
          <p:cNvSpPr txBox="1"/>
          <p:nvPr/>
        </p:nvSpPr>
        <p:spPr>
          <a:xfrm>
            <a:off x="5385216" y="1987623"/>
            <a:ext cx="6093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400" b="1" dirty="0">
                <a:effectLst/>
              </a:rPr>
              <a:t>المميزات:</a:t>
            </a:r>
            <a:endParaRPr lang="ar-SA" sz="2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نتائج مدعومة بمصادر حقيقية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معلومات حديثة (خاصة </a:t>
            </a:r>
            <a:r>
              <a:rPr lang="en-US" sz="2000" dirty="0"/>
              <a:t>Grok </a:t>
            </a:r>
            <a:r>
              <a:rPr lang="ar-SA" sz="2000" dirty="0"/>
              <a:t>و</a:t>
            </a:r>
            <a:r>
              <a:rPr lang="en-US" sz="2000" dirty="0"/>
              <a:t>Perplexity)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تجنب المعلومات القديمة</a:t>
            </a:r>
          </a:p>
        </p:txBody>
      </p:sp>
    </p:spTree>
    <p:extLst>
      <p:ext uri="{BB962C8B-B14F-4D97-AF65-F5344CB8AC3E}">
        <p14:creationId xmlns:p14="http://schemas.microsoft.com/office/powerpoint/2010/main" val="1761999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7A49-DCFE-4418-D8CA-369EB0C1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4E334784-E6E2-D36B-EE5C-2EA5E6180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02AF1B12-1385-7644-00D5-6D0F5673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الترجمة والتوطين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7207F6BB-9E77-4DE5-4968-1AF51AD880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487" y="1002613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الترجمة المهنية + التوطين حسب السياق المحلي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2EF0C66-EB67-9F49-E182-1E4136CB19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6AF5901F-861E-C0FB-0407-7C8BC7CB56C9}"/>
              </a:ext>
            </a:extLst>
          </p:cNvPr>
          <p:cNvSpPr txBox="1"/>
          <p:nvPr/>
        </p:nvSpPr>
        <p:spPr>
          <a:xfrm>
            <a:off x="1783829" y="4932057"/>
            <a:ext cx="9818557" cy="646331"/>
          </a:xfrm>
          <a:custGeom>
            <a:avLst/>
            <a:gdLst>
              <a:gd name="csX0" fmla="*/ 0 w 9818557"/>
              <a:gd name="csY0" fmla="*/ 0 h 646331"/>
              <a:gd name="csX1" fmla="*/ 283005 w 9818557"/>
              <a:gd name="csY1" fmla="*/ 0 h 646331"/>
              <a:gd name="csX2" fmla="*/ 566011 w 9818557"/>
              <a:gd name="csY2" fmla="*/ 0 h 646331"/>
              <a:gd name="csX3" fmla="*/ 947202 w 9818557"/>
              <a:gd name="csY3" fmla="*/ 0 h 646331"/>
              <a:gd name="csX4" fmla="*/ 1524764 w 9818557"/>
              <a:gd name="csY4" fmla="*/ 0 h 646331"/>
              <a:gd name="csX5" fmla="*/ 2200512 w 9818557"/>
              <a:gd name="csY5" fmla="*/ 0 h 646331"/>
              <a:gd name="csX6" fmla="*/ 2483517 w 9818557"/>
              <a:gd name="csY6" fmla="*/ 0 h 646331"/>
              <a:gd name="csX7" fmla="*/ 2864708 w 9818557"/>
              <a:gd name="csY7" fmla="*/ 0 h 646331"/>
              <a:gd name="csX8" fmla="*/ 3638642 w 9818557"/>
              <a:gd name="csY8" fmla="*/ 0 h 646331"/>
              <a:gd name="csX9" fmla="*/ 4314389 w 9818557"/>
              <a:gd name="csY9" fmla="*/ 0 h 646331"/>
              <a:gd name="csX10" fmla="*/ 4990137 w 9818557"/>
              <a:gd name="csY10" fmla="*/ 0 h 646331"/>
              <a:gd name="csX11" fmla="*/ 5764071 w 9818557"/>
              <a:gd name="csY11" fmla="*/ 0 h 646331"/>
              <a:gd name="csX12" fmla="*/ 6341633 w 9818557"/>
              <a:gd name="csY12" fmla="*/ 0 h 646331"/>
              <a:gd name="csX13" fmla="*/ 6624638 w 9818557"/>
              <a:gd name="csY13" fmla="*/ 0 h 646331"/>
              <a:gd name="csX14" fmla="*/ 7005829 w 9818557"/>
              <a:gd name="csY14" fmla="*/ 0 h 646331"/>
              <a:gd name="csX15" fmla="*/ 7681577 w 9818557"/>
              <a:gd name="csY15" fmla="*/ 0 h 646331"/>
              <a:gd name="csX16" fmla="*/ 8259139 w 9818557"/>
              <a:gd name="csY16" fmla="*/ 0 h 646331"/>
              <a:gd name="csX17" fmla="*/ 8542145 w 9818557"/>
              <a:gd name="csY17" fmla="*/ 0 h 646331"/>
              <a:gd name="csX18" fmla="*/ 8825150 w 9818557"/>
              <a:gd name="csY18" fmla="*/ 0 h 646331"/>
              <a:gd name="csX19" fmla="*/ 9818557 w 9818557"/>
              <a:gd name="csY19" fmla="*/ 0 h 646331"/>
              <a:gd name="csX20" fmla="*/ 9818557 w 9818557"/>
              <a:gd name="csY20" fmla="*/ 323166 h 646331"/>
              <a:gd name="csX21" fmla="*/ 9818557 w 9818557"/>
              <a:gd name="csY21" fmla="*/ 646331 h 646331"/>
              <a:gd name="csX22" fmla="*/ 9044624 w 9818557"/>
              <a:gd name="csY22" fmla="*/ 646331 h 646331"/>
              <a:gd name="csX23" fmla="*/ 8368876 w 9818557"/>
              <a:gd name="csY23" fmla="*/ 646331 h 646331"/>
              <a:gd name="csX24" fmla="*/ 7791314 w 9818557"/>
              <a:gd name="csY24" fmla="*/ 646331 h 646331"/>
              <a:gd name="csX25" fmla="*/ 7410123 w 9818557"/>
              <a:gd name="csY25" fmla="*/ 646331 h 646331"/>
              <a:gd name="csX26" fmla="*/ 7127117 w 9818557"/>
              <a:gd name="csY26" fmla="*/ 646331 h 646331"/>
              <a:gd name="csX27" fmla="*/ 6451370 w 9818557"/>
              <a:gd name="csY27" fmla="*/ 646331 h 646331"/>
              <a:gd name="csX28" fmla="*/ 6070178 w 9818557"/>
              <a:gd name="csY28" fmla="*/ 646331 h 646331"/>
              <a:gd name="csX29" fmla="*/ 5787173 w 9818557"/>
              <a:gd name="csY29" fmla="*/ 646331 h 646331"/>
              <a:gd name="csX30" fmla="*/ 5013240 w 9818557"/>
              <a:gd name="csY30" fmla="*/ 646331 h 646331"/>
              <a:gd name="csX31" fmla="*/ 4632049 w 9818557"/>
              <a:gd name="csY31" fmla="*/ 646331 h 646331"/>
              <a:gd name="csX32" fmla="*/ 3956301 w 9818557"/>
              <a:gd name="csY32" fmla="*/ 646331 h 646331"/>
              <a:gd name="csX33" fmla="*/ 3280553 w 9818557"/>
              <a:gd name="csY33" fmla="*/ 646331 h 646331"/>
              <a:gd name="csX34" fmla="*/ 2506620 w 9818557"/>
              <a:gd name="csY34" fmla="*/ 646331 h 646331"/>
              <a:gd name="csX35" fmla="*/ 2027243 w 9818557"/>
              <a:gd name="csY35" fmla="*/ 646331 h 646331"/>
              <a:gd name="csX36" fmla="*/ 1646052 w 9818557"/>
              <a:gd name="csY36" fmla="*/ 646331 h 646331"/>
              <a:gd name="csX37" fmla="*/ 1166676 w 9818557"/>
              <a:gd name="csY37" fmla="*/ 646331 h 646331"/>
              <a:gd name="csX38" fmla="*/ 589113 w 9818557"/>
              <a:gd name="csY38" fmla="*/ 646331 h 646331"/>
              <a:gd name="csX39" fmla="*/ 0 w 9818557"/>
              <a:gd name="csY39" fmla="*/ 646331 h 646331"/>
              <a:gd name="csX40" fmla="*/ 0 w 9818557"/>
              <a:gd name="csY40" fmla="*/ 323166 h 646331"/>
              <a:gd name="csX41" fmla="*/ 0 w 9818557"/>
              <a:gd name="csY41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818557" h="646331" extrusionOk="0">
                <a:moveTo>
                  <a:pt x="0" y="0"/>
                </a:moveTo>
                <a:cubicBezTo>
                  <a:pt x="110852" y="-32599"/>
                  <a:pt x="169672" y="31853"/>
                  <a:pt x="283005" y="0"/>
                </a:cubicBezTo>
                <a:cubicBezTo>
                  <a:pt x="396338" y="-31853"/>
                  <a:pt x="436395" y="32202"/>
                  <a:pt x="566011" y="0"/>
                </a:cubicBezTo>
                <a:cubicBezTo>
                  <a:pt x="695627" y="-32202"/>
                  <a:pt x="858229" y="3678"/>
                  <a:pt x="947202" y="0"/>
                </a:cubicBezTo>
                <a:cubicBezTo>
                  <a:pt x="1036175" y="-3678"/>
                  <a:pt x="1283758" y="1178"/>
                  <a:pt x="1524764" y="0"/>
                </a:cubicBezTo>
                <a:cubicBezTo>
                  <a:pt x="1765770" y="-1178"/>
                  <a:pt x="2026640" y="56059"/>
                  <a:pt x="2200512" y="0"/>
                </a:cubicBezTo>
                <a:cubicBezTo>
                  <a:pt x="2374384" y="-56059"/>
                  <a:pt x="2352631" y="29729"/>
                  <a:pt x="2483517" y="0"/>
                </a:cubicBezTo>
                <a:cubicBezTo>
                  <a:pt x="2614403" y="-29729"/>
                  <a:pt x="2714508" y="45454"/>
                  <a:pt x="2864708" y="0"/>
                </a:cubicBezTo>
                <a:cubicBezTo>
                  <a:pt x="3014908" y="-45454"/>
                  <a:pt x="3442300" y="19416"/>
                  <a:pt x="3638642" y="0"/>
                </a:cubicBezTo>
                <a:cubicBezTo>
                  <a:pt x="3834984" y="-19416"/>
                  <a:pt x="4033384" y="13971"/>
                  <a:pt x="4314389" y="0"/>
                </a:cubicBezTo>
                <a:cubicBezTo>
                  <a:pt x="4595394" y="-13971"/>
                  <a:pt x="4766582" y="73680"/>
                  <a:pt x="4990137" y="0"/>
                </a:cubicBezTo>
                <a:cubicBezTo>
                  <a:pt x="5213692" y="-73680"/>
                  <a:pt x="5432648" y="72604"/>
                  <a:pt x="5764071" y="0"/>
                </a:cubicBezTo>
                <a:cubicBezTo>
                  <a:pt x="6095494" y="-72604"/>
                  <a:pt x="6205883" y="27514"/>
                  <a:pt x="6341633" y="0"/>
                </a:cubicBezTo>
                <a:cubicBezTo>
                  <a:pt x="6477383" y="-27514"/>
                  <a:pt x="6486193" y="306"/>
                  <a:pt x="6624638" y="0"/>
                </a:cubicBezTo>
                <a:cubicBezTo>
                  <a:pt x="6763084" y="-306"/>
                  <a:pt x="6863745" y="5138"/>
                  <a:pt x="7005829" y="0"/>
                </a:cubicBezTo>
                <a:cubicBezTo>
                  <a:pt x="7147913" y="-5138"/>
                  <a:pt x="7540324" y="10326"/>
                  <a:pt x="7681577" y="0"/>
                </a:cubicBezTo>
                <a:cubicBezTo>
                  <a:pt x="7822830" y="-10326"/>
                  <a:pt x="8051430" y="11436"/>
                  <a:pt x="8259139" y="0"/>
                </a:cubicBezTo>
                <a:cubicBezTo>
                  <a:pt x="8466848" y="-11436"/>
                  <a:pt x="8419717" y="11195"/>
                  <a:pt x="8542145" y="0"/>
                </a:cubicBezTo>
                <a:cubicBezTo>
                  <a:pt x="8664573" y="-11195"/>
                  <a:pt x="8695181" y="14663"/>
                  <a:pt x="8825150" y="0"/>
                </a:cubicBezTo>
                <a:cubicBezTo>
                  <a:pt x="8955120" y="-14663"/>
                  <a:pt x="9494975" y="90267"/>
                  <a:pt x="9818557" y="0"/>
                </a:cubicBezTo>
                <a:cubicBezTo>
                  <a:pt x="9823429" y="159812"/>
                  <a:pt x="9787177" y="238995"/>
                  <a:pt x="9818557" y="323166"/>
                </a:cubicBezTo>
                <a:cubicBezTo>
                  <a:pt x="9849937" y="407337"/>
                  <a:pt x="9782904" y="513746"/>
                  <a:pt x="9818557" y="646331"/>
                </a:cubicBezTo>
                <a:cubicBezTo>
                  <a:pt x="9439056" y="703412"/>
                  <a:pt x="9345984" y="562125"/>
                  <a:pt x="9044624" y="646331"/>
                </a:cubicBezTo>
                <a:cubicBezTo>
                  <a:pt x="8743264" y="730537"/>
                  <a:pt x="8614194" y="578855"/>
                  <a:pt x="8368876" y="646331"/>
                </a:cubicBezTo>
                <a:cubicBezTo>
                  <a:pt x="8123558" y="713807"/>
                  <a:pt x="8035274" y="596639"/>
                  <a:pt x="7791314" y="646331"/>
                </a:cubicBezTo>
                <a:cubicBezTo>
                  <a:pt x="7547354" y="696023"/>
                  <a:pt x="7576461" y="612057"/>
                  <a:pt x="7410123" y="646331"/>
                </a:cubicBezTo>
                <a:cubicBezTo>
                  <a:pt x="7243785" y="680605"/>
                  <a:pt x="7207378" y="619064"/>
                  <a:pt x="7127117" y="646331"/>
                </a:cubicBezTo>
                <a:cubicBezTo>
                  <a:pt x="7046856" y="673598"/>
                  <a:pt x="6711834" y="615388"/>
                  <a:pt x="6451370" y="646331"/>
                </a:cubicBezTo>
                <a:cubicBezTo>
                  <a:pt x="6190906" y="677274"/>
                  <a:pt x="6183454" y="613112"/>
                  <a:pt x="6070178" y="646331"/>
                </a:cubicBezTo>
                <a:cubicBezTo>
                  <a:pt x="5956902" y="679550"/>
                  <a:pt x="5878355" y="625636"/>
                  <a:pt x="5787173" y="646331"/>
                </a:cubicBezTo>
                <a:cubicBezTo>
                  <a:pt x="5695991" y="667026"/>
                  <a:pt x="5271835" y="586316"/>
                  <a:pt x="5013240" y="646331"/>
                </a:cubicBezTo>
                <a:cubicBezTo>
                  <a:pt x="4754645" y="706346"/>
                  <a:pt x="4738635" y="601832"/>
                  <a:pt x="4632049" y="646331"/>
                </a:cubicBezTo>
                <a:cubicBezTo>
                  <a:pt x="4525463" y="690830"/>
                  <a:pt x="4179365" y="630233"/>
                  <a:pt x="3956301" y="646331"/>
                </a:cubicBezTo>
                <a:cubicBezTo>
                  <a:pt x="3733237" y="662429"/>
                  <a:pt x="3453756" y="569279"/>
                  <a:pt x="3280553" y="646331"/>
                </a:cubicBezTo>
                <a:cubicBezTo>
                  <a:pt x="3107350" y="723383"/>
                  <a:pt x="2767533" y="624440"/>
                  <a:pt x="2506620" y="646331"/>
                </a:cubicBezTo>
                <a:cubicBezTo>
                  <a:pt x="2245707" y="668222"/>
                  <a:pt x="2262810" y="619726"/>
                  <a:pt x="2027243" y="646331"/>
                </a:cubicBezTo>
                <a:cubicBezTo>
                  <a:pt x="1791676" y="672936"/>
                  <a:pt x="1766200" y="617228"/>
                  <a:pt x="1646052" y="646331"/>
                </a:cubicBezTo>
                <a:cubicBezTo>
                  <a:pt x="1525904" y="675434"/>
                  <a:pt x="1382541" y="598567"/>
                  <a:pt x="1166676" y="646331"/>
                </a:cubicBezTo>
                <a:cubicBezTo>
                  <a:pt x="950811" y="694095"/>
                  <a:pt x="743247" y="586427"/>
                  <a:pt x="589113" y="646331"/>
                </a:cubicBezTo>
                <a:cubicBezTo>
                  <a:pt x="434979" y="706235"/>
                  <a:pt x="206088" y="601460"/>
                  <a:pt x="0" y="646331"/>
                </a:cubicBezTo>
                <a:cubicBezTo>
                  <a:pt x="-37516" y="566565"/>
                  <a:pt x="36045" y="463691"/>
                  <a:pt x="0" y="323166"/>
                </a:cubicBezTo>
                <a:cubicBezTo>
                  <a:pt x="-36045" y="182642"/>
                  <a:pt x="8397" y="107121"/>
                  <a:pt x="0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67164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effectLst/>
              </a:rPr>
              <a:t>(مثال):</a:t>
            </a:r>
          </a:p>
          <a:p>
            <a:pPr>
              <a:buNone/>
            </a:pPr>
            <a:r>
              <a:rPr lang="ar-SA" dirty="0">
                <a:effectLst/>
              </a:rPr>
              <a:t>"ترجم النص التالي إلى العربية الفصحى بأسلوب رسمي حكومي فلسطيني، مع مراعاة السياق الثقافي والمهني: [الصق النص]"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65E56C8B-4330-2DC0-95F2-462D2F617725}"/>
              </a:ext>
            </a:extLst>
          </p:cNvPr>
          <p:cNvSpPr txBox="1"/>
          <p:nvPr/>
        </p:nvSpPr>
        <p:spPr>
          <a:xfrm>
            <a:off x="5385216" y="1987623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000"/>
              <a:t>نصيحة مهمة: لا تستخدم </a:t>
            </a:r>
            <a:r>
              <a:rPr lang="en-US" sz="2000"/>
              <a:t>Google Translate </a:t>
            </a:r>
            <a:r>
              <a:rPr lang="ar-SA" sz="2000"/>
              <a:t>للنصوص الرسمية.</a:t>
            </a:r>
            <a:endParaRPr lang="ar-SA" sz="2000" dirty="0"/>
          </a:p>
        </p:txBody>
      </p:sp>
    </p:spTree>
    <p:extLst>
      <p:ext uri="{BB962C8B-B14F-4D97-AF65-F5344CB8AC3E}">
        <p14:creationId xmlns:p14="http://schemas.microsoft.com/office/powerpoint/2010/main" val="3343259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3F49E-F889-E16B-59D9-57F879699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1A95685D-F6EE-29F6-3296-DE0C570CB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E850ADF9-EA7B-7265-1FA8-E846E299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أتمتة المهام المتكررة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82B9D5C3-7E86-4FE0-069E-A9A2C389A2A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487" y="1002613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أتمتة المهام المتكررة (مستوى متوسط)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385BF3B-41E7-083D-85EA-43A51EB9F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F36B0A51-6BE5-7346-3832-64FE30D59C96}"/>
              </a:ext>
            </a:extLst>
          </p:cNvPr>
          <p:cNvSpPr txBox="1"/>
          <p:nvPr/>
        </p:nvSpPr>
        <p:spPr>
          <a:xfrm>
            <a:off x="1783829" y="4932057"/>
            <a:ext cx="9818557" cy="1200329"/>
          </a:xfrm>
          <a:custGeom>
            <a:avLst/>
            <a:gdLst>
              <a:gd name="csX0" fmla="*/ 0 w 9818557"/>
              <a:gd name="csY0" fmla="*/ 0 h 1200329"/>
              <a:gd name="csX1" fmla="*/ 283005 w 9818557"/>
              <a:gd name="csY1" fmla="*/ 0 h 1200329"/>
              <a:gd name="csX2" fmla="*/ 566011 w 9818557"/>
              <a:gd name="csY2" fmla="*/ 0 h 1200329"/>
              <a:gd name="csX3" fmla="*/ 947202 w 9818557"/>
              <a:gd name="csY3" fmla="*/ 0 h 1200329"/>
              <a:gd name="csX4" fmla="*/ 1524764 w 9818557"/>
              <a:gd name="csY4" fmla="*/ 0 h 1200329"/>
              <a:gd name="csX5" fmla="*/ 2200512 w 9818557"/>
              <a:gd name="csY5" fmla="*/ 0 h 1200329"/>
              <a:gd name="csX6" fmla="*/ 2483517 w 9818557"/>
              <a:gd name="csY6" fmla="*/ 0 h 1200329"/>
              <a:gd name="csX7" fmla="*/ 2864708 w 9818557"/>
              <a:gd name="csY7" fmla="*/ 0 h 1200329"/>
              <a:gd name="csX8" fmla="*/ 3638642 w 9818557"/>
              <a:gd name="csY8" fmla="*/ 0 h 1200329"/>
              <a:gd name="csX9" fmla="*/ 4314389 w 9818557"/>
              <a:gd name="csY9" fmla="*/ 0 h 1200329"/>
              <a:gd name="csX10" fmla="*/ 4990137 w 9818557"/>
              <a:gd name="csY10" fmla="*/ 0 h 1200329"/>
              <a:gd name="csX11" fmla="*/ 5764071 w 9818557"/>
              <a:gd name="csY11" fmla="*/ 0 h 1200329"/>
              <a:gd name="csX12" fmla="*/ 6341633 w 9818557"/>
              <a:gd name="csY12" fmla="*/ 0 h 1200329"/>
              <a:gd name="csX13" fmla="*/ 6624638 w 9818557"/>
              <a:gd name="csY13" fmla="*/ 0 h 1200329"/>
              <a:gd name="csX14" fmla="*/ 7005829 w 9818557"/>
              <a:gd name="csY14" fmla="*/ 0 h 1200329"/>
              <a:gd name="csX15" fmla="*/ 7681577 w 9818557"/>
              <a:gd name="csY15" fmla="*/ 0 h 1200329"/>
              <a:gd name="csX16" fmla="*/ 8259139 w 9818557"/>
              <a:gd name="csY16" fmla="*/ 0 h 1200329"/>
              <a:gd name="csX17" fmla="*/ 8542145 w 9818557"/>
              <a:gd name="csY17" fmla="*/ 0 h 1200329"/>
              <a:gd name="csX18" fmla="*/ 8825150 w 9818557"/>
              <a:gd name="csY18" fmla="*/ 0 h 1200329"/>
              <a:gd name="csX19" fmla="*/ 9818557 w 9818557"/>
              <a:gd name="csY19" fmla="*/ 0 h 1200329"/>
              <a:gd name="csX20" fmla="*/ 9818557 w 9818557"/>
              <a:gd name="csY20" fmla="*/ 400110 h 1200329"/>
              <a:gd name="csX21" fmla="*/ 9818557 w 9818557"/>
              <a:gd name="csY21" fmla="*/ 776213 h 1200329"/>
              <a:gd name="csX22" fmla="*/ 9818557 w 9818557"/>
              <a:gd name="csY22" fmla="*/ 1200329 h 1200329"/>
              <a:gd name="csX23" fmla="*/ 9535552 w 9818557"/>
              <a:gd name="csY23" fmla="*/ 1200329 h 1200329"/>
              <a:gd name="csX24" fmla="*/ 8957989 w 9818557"/>
              <a:gd name="csY24" fmla="*/ 1200329 h 1200329"/>
              <a:gd name="csX25" fmla="*/ 8576798 w 9818557"/>
              <a:gd name="csY25" fmla="*/ 1200329 h 1200329"/>
              <a:gd name="csX26" fmla="*/ 8293793 w 9818557"/>
              <a:gd name="csY26" fmla="*/ 1200329 h 1200329"/>
              <a:gd name="csX27" fmla="*/ 7618045 w 9818557"/>
              <a:gd name="csY27" fmla="*/ 1200329 h 1200329"/>
              <a:gd name="csX28" fmla="*/ 7236854 w 9818557"/>
              <a:gd name="csY28" fmla="*/ 1200329 h 1200329"/>
              <a:gd name="csX29" fmla="*/ 6953849 w 9818557"/>
              <a:gd name="csY29" fmla="*/ 1200329 h 1200329"/>
              <a:gd name="csX30" fmla="*/ 6179915 w 9818557"/>
              <a:gd name="csY30" fmla="*/ 1200329 h 1200329"/>
              <a:gd name="csX31" fmla="*/ 5798724 w 9818557"/>
              <a:gd name="csY31" fmla="*/ 1200329 h 1200329"/>
              <a:gd name="csX32" fmla="*/ 5122977 w 9818557"/>
              <a:gd name="csY32" fmla="*/ 1200329 h 1200329"/>
              <a:gd name="csX33" fmla="*/ 4447229 w 9818557"/>
              <a:gd name="csY33" fmla="*/ 1200329 h 1200329"/>
              <a:gd name="csX34" fmla="*/ 3673295 w 9818557"/>
              <a:gd name="csY34" fmla="*/ 1200329 h 1200329"/>
              <a:gd name="csX35" fmla="*/ 3193919 w 9818557"/>
              <a:gd name="csY35" fmla="*/ 1200329 h 1200329"/>
              <a:gd name="csX36" fmla="*/ 2812728 w 9818557"/>
              <a:gd name="csY36" fmla="*/ 1200329 h 1200329"/>
              <a:gd name="csX37" fmla="*/ 2333351 w 9818557"/>
              <a:gd name="csY37" fmla="*/ 1200329 h 1200329"/>
              <a:gd name="csX38" fmla="*/ 1755789 w 9818557"/>
              <a:gd name="csY38" fmla="*/ 1200329 h 1200329"/>
              <a:gd name="csX39" fmla="*/ 1276412 w 9818557"/>
              <a:gd name="csY39" fmla="*/ 1200329 h 1200329"/>
              <a:gd name="csX40" fmla="*/ 698850 w 9818557"/>
              <a:gd name="csY40" fmla="*/ 1200329 h 1200329"/>
              <a:gd name="csX41" fmla="*/ 0 w 9818557"/>
              <a:gd name="csY41" fmla="*/ 1200329 h 1200329"/>
              <a:gd name="csX42" fmla="*/ 0 w 9818557"/>
              <a:gd name="csY42" fmla="*/ 836229 h 1200329"/>
              <a:gd name="csX43" fmla="*/ 0 w 9818557"/>
              <a:gd name="csY43" fmla="*/ 436120 h 1200329"/>
              <a:gd name="csX44" fmla="*/ 0 w 9818557"/>
              <a:gd name="csY44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9818557" h="1200329" extrusionOk="0">
                <a:moveTo>
                  <a:pt x="0" y="0"/>
                </a:moveTo>
                <a:cubicBezTo>
                  <a:pt x="110852" y="-32599"/>
                  <a:pt x="169672" y="31853"/>
                  <a:pt x="283005" y="0"/>
                </a:cubicBezTo>
                <a:cubicBezTo>
                  <a:pt x="396338" y="-31853"/>
                  <a:pt x="436395" y="32202"/>
                  <a:pt x="566011" y="0"/>
                </a:cubicBezTo>
                <a:cubicBezTo>
                  <a:pt x="695627" y="-32202"/>
                  <a:pt x="858229" y="3678"/>
                  <a:pt x="947202" y="0"/>
                </a:cubicBezTo>
                <a:cubicBezTo>
                  <a:pt x="1036175" y="-3678"/>
                  <a:pt x="1283758" y="1178"/>
                  <a:pt x="1524764" y="0"/>
                </a:cubicBezTo>
                <a:cubicBezTo>
                  <a:pt x="1765770" y="-1178"/>
                  <a:pt x="2026640" y="56059"/>
                  <a:pt x="2200512" y="0"/>
                </a:cubicBezTo>
                <a:cubicBezTo>
                  <a:pt x="2374384" y="-56059"/>
                  <a:pt x="2352631" y="29729"/>
                  <a:pt x="2483517" y="0"/>
                </a:cubicBezTo>
                <a:cubicBezTo>
                  <a:pt x="2614403" y="-29729"/>
                  <a:pt x="2714508" y="45454"/>
                  <a:pt x="2864708" y="0"/>
                </a:cubicBezTo>
                <a:cubicBezTo>
                  <a:pt x="3014908" y="-45454"/>
                  <a:pt x="3442300" y="19416"/>
                  <a:pt x="3638642" y="0"/>
                </a:cubicBezTo>
                <a:cubicBezTo>
                  <a:pt x="3834984" y="-19416"/>
                  <a:pt x="4033384" y="13971"/>
                  <a:pt x="4314389" y="0"/>
                </a:cubicBezTo>
                <a:cubicBezTo>
                  <a:pt x="4595394" y="-13971"/>
                  <a:pt x="4766582" y="73680"/>
                  <a:pt x="4990137" y="0"/>
                </a:cubicBezTo>
                <a:cubicBezTo>
                  <a:pt x="5213692" y="-73680"/>
                  <a:pt x="5432648" y="72604"/>
                  <a:pt x="5764071" y="0"/>
                </a:cubicBezTo>
                <a:cubicBezTo>
                  <a:pt x="6095494" y="-72604"/>
                  <a:pt x="6205883" y="27514"/>
                  <a:pt x="6341633" y="0"/>
                </a:cubicBezTo>
                <a:cubicBezTo>
                  <a:pt x="6477383" y="-27514"/>
                  <a:pt x="6486193" y="306"/>
                  <a:pt x="6624638" y="0"/>
                </a:cubicBezTo>
                <a:cubicBezTo>
                  <a:pt x="6763084" y="-306"/>
                  <a:pt x="6863745" y="5138"/>
                  <a:pt x="7005829" y="0"/>
                </a:cubicBezTo>
                <a:cubicBezTo>
                  <a:pt x="7147913" y="-5138"/>
                  <a:pt x="7540324" y="10326"/>
                  <a:pt x="7681577" y="0"/>
                </a:cubicBezTo>
                <a:cubicBezTo>
                  <a:pt x="7822830" y="-10326"/>
                  <a:pt x="8051430" y="11436"/>
                  <a:pt x="8259139" y="0"/>
                </a:cubicBezTo>
                <a:cubicBezTo>
                  <a:pt x="8466848" y="-11436"/>
                  <a:pt x="8419717" y="11195"/>
                  <a:pt x="8542145" y="0"/>
                </a:cubicBezTo>
                <a:cubicBezTo>
                  <a:pt x="8664573" y="-11195"/>
                  <a:pt x="8695181" y="14663"/>
                  <a:pt x="8825150" y="0"/>
                </a:cubicBezTo>
                <a:cubicBezTo>
                  <a:pt x="8955120" y="-14663"/>
                  <a:pt x="9494975" y="90267"/>
                  <a:pt x="9818557" y="0"/>
                </a:cubicBezTo>
                <a:cubicBezTo>
                  <a:pt x="9841064" y="125082"/>
                  <a:pt x="9795728" y="296761"/>
                  <a:pt x="9818557" y="400110"/>
                </a:cubicBezTo>
                <a:cubicBezTo>
                  <a:pt x="9841386" y="503459"/>
                  <a:pt x="9793548" y="617073"/>
                  <a:pt x="9818557" y="776213"/>
                </a:cubicBezTo>
                <a:cubicBezTo>
                  <a:pt x="9843566" y="935353"/>
                  <a:pt x="9792336" y="1028492"/>
                  <a:pt x="9818557" y="1200329"/>
                </a:cubicBezTo>
                <a:cubicBezTo>
                  <a:pt x="9732757" y="1234082"/>
                  <a:pt x="9605886" y="1180255"/>
                  <a:pt x="9535552" y="1200329"/>
                </a:cubicBezTo>
                <a:cubicBezTo>
                  <a:pt x="9465219" y="1220403"/>
                  <a:pt x="9202962" y="1155570"/>
                  <a:pt x="8957989" y="1200329"/>
                </a:cubicBezTo>
                <a:cubicBezTo>
                  <a:pt x="8713016" y="1245088"/>
                  <a:pt x="8743136" y="1166055"/>
                  <a:pt x="8576798" y="1200329"/>
                </a:cubicBezTo>
                <a:cubicBezTo>
                  <a:pt x="8410460" y="1234603"/>
                  <a:pt x="8368614" y="1169638"/>
                  <a:pt x="8293793" y="1200329"/>
                </a:cubicBezTo>
                <a:cubicBezTo>
                  <a:pt x="8218973" y="1231020"/>
                  <a:pt x="7881695" y="1175670"/>
                  <a:pt x="7618045" y="1200329"/>
                </a:cubicBezTo>
                <a:cubicBezTo>
                  <a:pt x="7354395" y="1224988"/>
                  <a:pt x="7347988" y="1163194"/>
                  <a:pt x="7236854" y="1200329"/>
                </a:cubicBezTo>
                <a:cubicBezTo>
                  <a:pt x="7125720" y="1237464"/>
                  <a:pt x="7045031" y="1179634"/>
                  <a:pt x="6953849" y="1200329"/>
                </a:cubicBezTo>
                <a:cubicBezTo>
                  <a:pt x="6862667" y="1221024"/>
                  <a:pt x="6438539" y="1144278"/>
                  <a:pt x="6179915" y="1200329"/>
                </a:cubicBezTo>
                <a:cubicBezTo>
                  <a:pt x="5921291" y="1256380"/>
                  <a:pt x="5905310" y="1155830"/>
                  <a:pt x="5798724" y="1200329"/>
                </a:cubicBezTo>
                <a:cubicBezTo>
                  <a:pt x="5692138" y="1244828"/>
                  <a:pt x="5343446" y="1183399"/>
                  <a:pt x="5122977" y="1200329"/>
                </a:cubicBezTo>
                <a:cubicBezTo>
                  <a:pt x="4902508" y="1217259"/>
                  <a:pt x="4620432" y="1123277"/>
                  <a:pt x="4447229" y="1200329"/>
                </a:cubicBezTo>
                <a:cubicBezTo>
                  <a:pt x="4274026" y="1277381"/>
                  <a:pt x="3936945" y="1182593"/>
                  <a:pt x="3673295" y="1200329"/>
                </a:cubicBezTo>
                <a:cubicBezTo>
                  <a:pt x="3409645" y="1218065"/>
                  <a:pt x="3424682" y="1172934"/>
                  <a:pt x="3193919" y="1200329"/>
                </a:cubicBezTo>
                <a:cubicBezTo>
                  <a:pt x="2963156" y="1227724"/>
                  <a:pt x="2932876" y="1171226"/>
                  <a:pt x="2812728" y="1200329"/>
                </a:cubicBezTo>
                <a:cubicBezTo>
                  <a:pt x="2692580" y="1229432"/>
                  <a:pt x="2553580" y="1156541"/>
                  <a:pt x="2333351" y="1200329"/>
                </a:cubicBezTo>
                <a:cubicBezTo>
                  <a:pt x="2113122" y="1244117"/>
                  <a:pt x="1904304" y="1136484"/>
                  <a:pt x="1755789" y="1200329"/>
                </a:cubicBezTo>
                <a:cubicBezTo>
                  <a:pt x="1607274" y="1264174"/>
                  <a:pt x="1419458" y="1170072"/>
                  <a:pt x="1276412" y="1200329"/>
                </a:cubicBezTo>
                <a:cubicBezTo>
                  <a:pt x="1133366" y="1230586"/>
                  <a:pt x="927101" y="1180711"/>
                  <a:pt x="698850" y="1200329"/>
                </a:cubicBezTo>
                <a:cubicBezTo>
                  <a:pt x="470599" y="1219947"/>
                  <a:pt x="216079" y="1158402"/>
                  <a:pt x="0" y="1200329"/>
                </a:cubicBezTo>
                <a:cubicBezTo>
                  <a:pt x="-22249" y="1059461"/>
                  <a:pt x="28335" y="1015998"/>
                  <a:pt x="0" y="836229"/>
                </a:cubicBezTo>
                <a:cubicBezTo>
                  <a:pt x="-28335" y="656460"/>
                  <a:pt x="25068" y="592656"/>
                  <a:pt x="0" y="436120"/>
                </a:cubicBezTo>
                <a:cubicBezTo>
                  <a:pt x="-25068" y="279584"/>
                  <a:pt x="35755" y="139231"/>
                  <a:pt x="0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67164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effectLst/>
              </a:rPr>
              <a:t>(مثال):</a:t>
            </a:r>
          </a:p>
          <a:p>
            <a:pPr>
              <a:buNone/>
            </a:pPr>
            <a:r>
              <a:rPr lang="ar-SA" dirty="0">
                <a:effectLst/>
              </a:rPr>
              <a:t>إرسال تقارير تلقائي</a:t>
            </a:r>
          </a:p>
          <a:p>
            <a:pPr>
              <a:buNone/>
            </a:pPr>
            <a:r>
              <a:rPr lang="ar-SA" dirty="0">
                <a:effectLst/>
              </a:rPr>
              <a:t>حفظ الملفات في مجلدات منظمة</a:t>
            </a:r>
          </a:p>
          <a:p>
            <a:pPr>
              <a:buNone/>
            </a:pPr>
            <a:r>
              <a:rPr lang="ar-SA" dirty="0">
                <a:effectLst/>
              </a:rPr>
              <a:t>تذكير بالمهام عبر الإيميل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C3E9D849-588B-B6F5-8F48-E60DE4B3BDEE}"/>
              </a:ext>
            </a:extLst>
          </p:cNvPr>
          <p:cNvSpPr txBox="1"/>
          <p:nvPr/>
        </p:nvSpPr>
        <p:spPr>
          <a:xfrm>
            <a:off x="1922489" y="1762339"/>
            <a:ext cx="96798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400" b="1" dirty="0">
                <a:effectLst/>
              </a:rPr>
              <a:t>الأدوات</a:t>
            </a:r>
            <a:r>
              <a:rPr lang="ar-SA" b="1" dirty="0">
                <a:effectLst/>
              </a:rPr>
              <a:t>:</a:t>
            </a:r>
            <a:endParaRPr lang="ar-SA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/>
              <a:t>Zapier + AI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/>
              <a:t>Make.com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/>
              <a:t>Manus</a:t>
            </a:r>
            <a:endParaRPr lang="ar-SA" sz="2000" dirty="0"/>
          </a:p>
        </p:txBody>
      </p:sp>
    </p:spTree>
    <p:extLst>
      <p:ext uri="{BB962C8B-B14F-4D97-AF65-F5344CB8AC3E}">
        <p14:creationId xmlns:p14="http://schemas.microsoft.com/office/powerpoint/2010/main" val="3276257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96466-D607-A159-A7D3-60C5DFF7D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مستطيل 17">
            <a:extLst>
              <a:ext uri="{FF2B5EF4-FFF2-40B4-BE49-F238E27FC236}">
                <a16:creationId xmlns:a16="http://schemas.microsoft.com/office/drawing/2014/main" id="{45083CD3-5358-B54E-CB1E-77B6A522D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43938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العنوان 11">
            <a:extLst>
              <a:ext uri="{FF2B5EF4-FFF2-40B4-BE49-F238E27FC236}">
                <a16:creationId xmlns:a16="http://schemas.microsoft.com/office/drawing/2014/main" id="{6955BFC7-BCD3-B738-CB83-B7440828D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20000" y="432000"/>
            <a:ext cx="11340000" cy="432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أدوات التصميم الإبداعي</a:t>
            </a:r>
          </a:p>
        </p:txBody>
      </p:sp>
      <p:sp>
        <p:nvSpPr>
          <p:cNvPr id="17" name="عنصر نائب للنص 16">
            <a:extLst>
              <a:ext uri="{FF2B5EF4-FFF2-40B4-BE49-F238E27FC236}">
                <a16:creationId xmlns:a16="http://schemas.microsoft.com/office/drawing/2014/main" id="{57408A6B-9743-02FC-79E8-6B98E9A3195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flipH="1">
            <a:off x="420487" y="1002613"/>
            <a:ext cx="11339513" cy="360000"/>
          </a:xfrm>
        </p:spPr>
        <p:txBody>
          <a:bodyPr rtlCol="1"/>
          <a:lstStyle/>
          <a:p>
            <a:pPr>
              <a:buNone/>
            </a:pPr>
            <a:r>
              <a:rPr lang="ar-SA" dirty="0">
                <a:effectLst/>
              </a:rPr>
              <a:t>التصميم الإبداعي بمساعدة الـ </a:t>
            </a:r>
            <a:r>
              <a:rPr lang="en-US" dirty="0">
                <a:effectLst/>
              </a:rPr>
              <a:t>AI</a:t>
            </a:r>
            <a:endParaRPr lang="ar-SA" dirty="0">
              <a:effectLst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6C6F0C5-5B14-06F5-EA25-769A167515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245307" y="6213621"/>
            <a:ext cx="537262" cy="365125"/>
          </a:xfrm>
        </p:spPr>
        <p:txBody>
          <a:bodyPr rtlCol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ar-SA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ar-SA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084E02A5-2469-74B9-BB30-C6A7C93A0891}"/>
              </a:ext>
            </a:extLst>
          </p:cNvPr>
          <p:cNvSpPr txBox="1"/>
          <p:nvPr/>
        </p:nvSpPr>
        <p:spPr>
          <a:xfrm>
            <a:off x="1783829" y="4932057"/>
            <a:ext cx="9818557" cy="923330"/>
          </a:xfrm>
          <a:custGeom>
            <a:avLst/>
            <a:gdLst>
              <a:gd name="csX0" fmla="*/ 0 w 9818557"/>
              <a:gd name="csY0" fmla="*/ 0 h 923330"/>
              <a:gd name="csX1" fmla="*/ 283005 w 9818557"/>
              <a:gd name="csY1" fmla="*/ 0 h 923330"/>
              <a:gd name="csX2" fmla="*/ 566011 w 9818557"/>
              <a:gd name="csY2" fmla="*/ 0 h 923330"/>
              <a:gd name="csX3" fmla="*/ 947202 w 9818557"/>
              <a:gd name="csY3" fmla="*/ 0 h 923330"/>
              <a:gd name="csX4" fmla="*/ 1524764 w 9818557"/>
              <a:gd name="csY4" fmla="*/ 0 h 923330"/>
              <a:gd name="csX5" fmla="*/ 2200512 w 9818557"/>
              <a:gd name="csY5" fmla="*/ 0 h 923330"/>
              <a:gd name="csX6" fmla="*/ 2483517 w 9818557"/>
              <a:gd name="csY6" fmla="*/ 0 h 923330"/>
              <a:gd name="csX7" fmla="*/ 2864708 w 9818557"/>
              <a:gd name="csY7" fmla="*/ 0 h 923330"/>
              <a:gd name="csX8" fmla="*/ 3638642 w 9818557"/>
              <a:gd name="csY8" fmla="*/ 0 h 923330"/>
              <a:gd name="csX9" fmla="*/ 4314389 w 9818557"/>
              <a:gd name="csY9" fmla="*/ 0 h 923330"/>
              <a:gd name="csX10" fmla="*/ 4990137 w 9818557"/>
              <a:gd name="csY10" fmla="*/ 0 h 923330"/>
              <a:gd name="csX11" fmla="*/ 5764071 w 9818557"/>
              <a:gd name="csY11" fmla="*/ 0 h 923330"/>
              <a:gd name="csX12" fmla="*/ 6341633 w 9818557"/>
              <a:gd name="csY12" fmla="*/ 0 h 923330"/>
              <a:gd name="csX13" fmla="*/ 6624638 w 9818557"/>
              <a:gd name="csY13" fmla="*/ 0 h 923330"/>
              <a:gd name="csX14" fmla="*/ 7005829 w 9818557"/>
              <a:gd name="csY14" fmla="*/ 0 h 923330"/>
              <a:gd name="csX15" fmla="*/ 7681577 w 9818557"/>
              <a:gd name="csY15" fmla="*/ 0 h 923330"/>
              <a:gd name="csX16" fmla="*/ 8259139 w 9818557"/>
              <a:gd name="csY16" fmla="*/ 0 h 923330"/>
              <a:gd name="csX17" fmla="*/ 8542145 w 9818557"/>
              <a:gd name="csY17" fmla="*/ 0 h 923330"/>
              <a:gd name="csX18" fmla="*/ 8825150 w 9818557"/>
              <a:gd name="csY18" fmla="*/ 0 h 923330"/>
              <a:gd name="csX19" fmla="*/ 9818557 w 9818557"/>
              <a:gd name="csY19" fmla="*/ 0 h 923330"/>
              <a:gd name="csX20" fmla="*/ 9818557 w 9818557"/>
              <a:gd name="csY20" fmla="*/ 461665 h 923330"/>
              <a:gd name="csX21" fmla="*/ 9818557 w 9818557"/>
              <a:gd name="csY21" fmla="*/ 923330 h 923330"/>
              <a:gd name="csX22" fmla="*/ 9044624 w 9818557"/>
              <a:gd name="csY22" fmla="*/ 923330 h 923330"/>
              <a:gd name="csX23" fmla="*/ 8368876 w 9818557"/>
              <a:gd name="csY23" fmla="*/ 923330 h 923330"/>
              <a:gd name="csX24" fmla="*/ 7791314 w 9818557"/>
              <a:gd name="csY24" fmla="*/ 923330 h 923330"/>
              <a:gd name="csX25" fmla="*/ 7410123 w 9818557"/>
              <a:gd name="csY25" fmla="*/ 923330 h 923330"/>
              <a:gd name="csX26" fmla="*/ 7127117 w 9818557"/>
              <a:gd name="csY26" fmla="*/ 923330 h 923330"/>
              <a:gd name="csX27" fmla="*/ 6451370 w 9818557"/>
              <a:gd name="csY27" fmla="*/ 923330 h 923330"/>
              <a:gd name="csX28" fmla="*/ 6070178 w 9818557"/>
              <a:gd name="csY28" fmla="*/ 923330 h 923330"/>
              <a:gd name="csX29" fmla="*/ 5787173 w 9818557"/>
              <a:gd name="csY29" fmla="*/ 923330 h 923330"/>
              <a:gd name="csX30" fmla="*/ 5013240 w 9818557"/>
              <a:gd name="csY30" fmla="*/ 923330 h 923330"/>
              <a:gd name="csX31" fmla="*/ 4632049 w 9818557"/>
              <a:gd name="csY31" fmla="*/ 923330 h 923330"/>
              <a:gd name="csX32" fmla="*/ 3956301 w 9818557"/>
              <a:gd name="csY32" fmla="*/ 923330 h 923330"/>
              <a:gd name="csX33" fmla="*/ 3280553 w 9818557"/>
              <a:gd name="csY33" fmla="*/ 923330 h 923330"/>
              <a:gd name="csX34" fmla="*/ 2506620 w 9818557"/>
              <a:gd name="csY34" fmla="*/ 923330 h 923330"/>
              <a:gd name="csX35" fmla="*/ 2027243 w 9818557"/>
              <a:gd name="csY35" fmla="*/ 923330 h 923330"/>
              <a:gd name="csX36" fmla="*/ 1646052 w 9818557"/>
              <a:gd name="csY36" fmla="*/ 923330 h 923330"/>
              <a:gd name="csX37" fmla="*/ 1166676 w 9818557"/>
              <a:gd name="csY37" fmla="*/ 923330 h 923330"/>
              <a:gd name="csX38" fmla="*/ 589113 w 9818557"/>
              <a:gd name="csY38" fmla="*/ 923330 h 923330"/>
              <a:gd name="csX39" fmla="*/ 0 w 9818557"/>
              <a:gd name="csY39" fmla="*/ 923330 h 923330"/>
              <a:gd name="csX40" fmla="*/ 0 w 9818557"/>
              <a:gd name="csY40" fmla="*/ 461665 h 923330"/>
              <a:gd name="csX41" fmla="*/ 0 w 9818557"/>
              <a:gd name="csY41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818557" h="923330" extrusionOk="0">
                <a:moveTo>
                  <a:pt x="0" y="0"/>
                </a:moveTo>
                <a:cubicBezTo>
                  <a:pt x="110852" y="-32599"/>
                  <a:pt x="169672" y="31853"/>
                  <a:pt x="283005" y="0"/>
                </a:cubicBezTo>
                <a:cubicBezTo>
                  <a:pt x="396338" y="-31853"/>
                  <a:pt x="436395" y="32202"/>
                  <a:pt x="566011" y="0"/>
                </a:cubicBezTo>
                <a:cubicBezTo>
                  <a:pt x="695627" y="-32202"/>
                  <a:pt x="858229" y="3678"/>
                  <a:pt x="947202" y="0"/>
                </a:cubicBezTo>
                <a:cubicBezTo>
                  <a:pt x="1036175" y="-3678"/>
                  <a:pt x="1283758" y="1178"/>
                  <a:pt x="1524764" y="0"/>
                </a:cubicBezTo>
                <a:cubicBezTo>
                  <a:pt x="1765770" y="-1178"/>
                  <a:pt x="2026640" y="56059"/>
                  <a:pt x="2200512" y="0"/>
                </a:cubicBezTo>
                <a:cubicBezTo>
                  <a:pt x="2374384" y="-56059"/>
                  <a:pt x="2352631" y="29729"/>
                  <a:pt x="2483517" y="0"/>
                </a:cubicBezTo>
                <a:cubicBezTo>
                  <a:pt x="2614403" y="-29729"/>
                  <a:pt x="2714508" y="45454"/>
                  <a:pt x="2864708" y="0"/>
                </a:cubicBezTo>
                <a:cubicBezTo>
                  <a:pt x="3014908" y="-45454"/>
                  <a:pt x="3442300" y="19416"/>
                  <a:pt x="3638642" y="0"/>
                </a:cubicBezTo>
                <a:cubicBezTo>
                  <a:pt x="3834984" y="-19416"/>
                  <a:pt x="4033384" y="13971"/>
                  <a:pt x="4314389" y="0"/>
                </a:cubicBezTo>
                <a:cubicBezTo>
                  <a:pt x="4595394" y="-13971"/>
                  <a:pt x="4766582" y="73680"/>
                  <a:pt x="4990137" y="0"/>
                </a:cubicBezTo>
                <a:cubicBezTo>
                  <a:pt x="5213692" y="-73680"/>
                  <a:pt x="5432648" y="72604"/>
                  <a:pt x="5764071" y="0"/>
                </a:cubicBezTo>
                <a:cubicBezTo>
                  <a:pt x="6095494" y="-72604"/>
                  <a:pt x="6205883" y="27514"/>
                  <a:pt x="6341633" y="0"/>
                </a:cubicBezTo>
                <a:cubicBezTo>
                  <a:pt x="6477383" y="-27514"/>
                  <a:pt x="6486193" y="306"/>
                  <a:pt x="6624638" y="0"/>
                </a:cubicBezTo>
                <a:cubicBezTo>
                  <a:pt x="6763084" y="-306"/>
                  <a:pt x="6863745" y="5138"/>
                  <a:pt x="7005829" y="0"/>
                </a:cubicBezTo>
                <a:cubicBezTo>
                  <a:pt x="7147913" y="-5138"/>
                  <a:pt x="7540324" y="10326"/>
                  <a:pt x="7681577" y="0"/>
                </a:cubicBezTo>
                <a:cubicBezTo>
                  <a:pt x="7822830" y="-10326"/>
                  <a:pt x="8051430" y="11436"/>
                  <a:pt x="8259139" y="0"/>
                </a:cubicBezTo>
                <a:cubicBezTo>
                  <a:pt x="8466848" y="-11436"/>
                  <a:pt x="8419717" y="11195"/>
                  <a:pt x="8542145" y="0"/>
                </a:cubicBezTo>
                <a:cubicBezTo>
                  <a:pt x="8664573" y="-11195"/>
                  <a:pt x="8695181" y="14663"/>
                  <a:pt x="8825150" y="0"/>
                </a:cubicBezTo>
                <a:cubicBezTo>
                  <a:pt x="8955120" y="-14663"/>
                  <a:pt x="9494975" y="90267"/>
                  <a:pt x="9818557" y="0"/>
                </a:cubicBezTo>
                <a:cubicBezTo>
                  <a:pt x="9834247" y="168899"/>
                  <a:pt x="9769078" y="248361"/>
                  <a:pt x="9818557" y="461665"/>
                </a:cubicBezTo>
                <a:cubicBezTo>
                  <a:pt x="9868036" y="674969"/>
                  <a:pt x="9771919" y="793994"/>
                  <a:pt x="9818557" y="923330"/>
                </a:cubicBezTo>
                <a:cubicBezTo>
                  <a:pt x="9439056" y="980411"/>
                  <a:pt x="9345984" y="839124"/>
                  <a:pt x="9044624" y="923330"/>
                </a:cubicBezTo>
                <a:cubicBezTo>
                  <a:pt x="8743264" y="1007536"/>
                  <a:pt x="8614194" y="855854"/>
                  <a:pt x="8368876" y="923330"/>
                </a:cubicBezTo>
                <a:cubicBezTo>
                  <a:pt x="8123558" y="990806"/>
                  <a:pt x="8035274" y="873638"/>
                  <a:pt x="7791314" y="923330"/>
                </a:cubicBezTo>
                <a:cubicBezTo>
                  <a:pt x="7547354" y="973022"/>
                  <a:pt x="7576461" y="889056"/>
                  <a:pt x="7410123" y="923330"/>
                </a:cubicBezTo>
                <a:cubicBezTo>
                  <a:pt x="7243785" y="957604"/>
                  <a:pt x="7207378" y="896063"/>
                  <a:pt x="7127117" y="923330"/>
                </a:cubicBezTo>
                <a:cubicBezTo>
                  <a:pt x="7046856" y="950597"/>
                  <a:pt x="6711834" y="892387"/>
                  <a:pt x="6451370" y="923330"/>
                </a:cubicBezTo>
                <a:cubicBezTo>
                  <a:pt x="6190906" y="954273"/>
                  <a:pt x="6183454" y="890111"/>
                  <a:pt x="6070178" y="923330"/>
                </a:cubicBezTo>
                <a:cubicBezTo>
                  <a:pt x="5956902" y="956549"/>
                  <a:pt x="5878355" y="902635"/>
                  <a:pt x="5787173" y="923330"/>
                </a:cubicBezTo>
                <a:cubicBezTo>
                  <a:pt x="5695991" y="944025"/>
                  <a:pt x="5271835" y="863315"/>
                  <a:pt x="5013240" y="923330"/>
                </a:cubicBezTo>
                <a:cubicBezTo>
                  <a:pt x="4754645" y="983345"/>
                  <a:pt x="4738635" y="878831"/>
                  <a:pt x="4632049" y="923330"/>
                </a:cubicBezTo>
                <a:cubicBezTo>
                  <a:pt x="4525463" y="967829"/>
                  <a:pt x="4179365" y="907232"/>
                  <a:pt x="3956301" y="923330"/>
                </a:cubicBezTo>
                <a:cubicBezTo>
                  <a:pt x="3733237" y="939428"/>
                  <a:pt x="3453756" y="846278"/>
                  <a:pt x="3280553" y="923330"/>
                </a:cubicBezTo>
                <a:cubicBezTo>
                  <a:pt x="3107350" y="1000382"/>
                  <a:pt x="2767533" y="901439"/>
                  <a:pt x="2506620" y="923330"/>
                </a:cubicBezTo>
                <a:cubicBezTo>
                  <a:pt x="2245707" y="945221"/>
                  <a:pt x="2262810" y="896725"/>
                  <a:pt x="2027243" y="923330"/>
                </a:cubicBezTo>
                <a:cubicBezTo>
                  <a:pt x="1791676" y="949935"/>
                  <a:pt x="1766200" y="894227"/>
                  <a:pt x="1646052" y="923330"/>
                </a:cubicBezTo>
                <a:cubicBezTo>
                  <a:pt x="1525904" y="952433"/>
                  <a:pt x="1382541" y="875566"/>
                  <a:pt x="1166676" y="923330"/>
                </a:cubicBezTo>
                <a:cubicBezTo>
                  <a:pt x="950811" y="971094"/>
                  <a:pt x="743247" y="863426"/>
                  <a:pt x="589113" y="923330"/>
                </a:cubicBezTo>
                <a:cubicBezTo>
                  <a:pt x="434979" y="983234"/>
                  <a:pt x="206088" y="878459"/>
                  <a:pt x="0" y="923330"/>
                </a:cubicBezTo>
                <a:cubicBezTo>
                  <a:pt x="-21047" y="758637"/>
                  <a:pt x="25173" y="637880"/>
                  <a:pt x="0" y="461665"/>
                </a:cubicBezTo>
                <a:cubicBezTo>
                  <a:pt x="-25173" y="285451"/>
                  <a:pt x="26818" y="229774"/>
                  <a:pt x="0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567164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b="1" dirty="0">
                <a:effectLst/>
              </a:rPr>
              <a:t>(مثال):</a:t>
            </a:r>
          </a:p>
          <a:p>
            <a:pPr>
              <a:buNone/>
            </a:pPr>
            <a:r>
              <a:rPr lang="ar-SA" dirty="0">
                <a:effectLst/>
              </a:rPr>
              <a:t>"صمم صورة احترافية لعرض تقديمي: موظف فلسطيني يستخدم الذكاء الاصطناعي في مكتبه الحديث، أسلوب واقعي، ألوان زرقاء وخضراء."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8E7AF97B-2F11-4950-CC7D-FC0A29EA9D09}"/>
              </a:ext>
            </a:extLst>
          </p:cNvPr>
          <p:cNvSpPr txBox="1"/>
          <p:nvPr/>
        </p:nvSpPr>
        <p:spPr>
          <a:xfrm>
            <a:off x="1922489" y="1762339"/>
            <a:ext cx="967989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SA" sz="2400" b="1" dirty="0">
                <a:effectLst/>
              </a:rPr>
              <a:t>الأدوات</a:t>
            </a:r>
            <a:r>
              <a:rPr lang="ar-SA" b="1" dirty="0">
                <a:effectLst/>
              </a:rPr>
              <a:t>:</a:t>
            </a:r>
            <a:endParaRPr lang="ar-SA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/>
              <a:t>Canva Magic Studio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/>
              <a:t>Leonardo.ai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/>
              <a:t>Midjourney (</a:t>
            </a:r>
            <a:r>
              <a:rPr lang="ar-SA" sz="2000" dirty="0"/>
              <a:t>عبر </a:t>
            </a:r>
            <a:r>
              <a:rPr lang="en-US" sz="2000" dirty="0"/>
              <a:t>Discord)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dirty="0" err="1"/>
              <a:t>Gamma.app</a:t>
            </a:r>
            <a:endParaRPr lang="ar-SA" sz="2000" dirty="0"/>
          </a:p>
        </p:txBody>
      </p:sp>
    </p:spTree>
    <p:extLst>
      <p:ext uri="{BB962C8B-B14F-4D97-AF65-F5344CB8AC3E}">
        <p14:creationId xmlns:p14="http://schemas.microsoft.com/office/powerpoint/2010/main" val="342586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عنصر نائب للصورة 17" descr="صورة مقربة من كتب هندسة معمارية على رف الكتب">
            <a:extLst>
              <a:ext uri="{FF2B5EF4-FFF2-40B4-BE49-F238E27FC236}">
                <a16:creationId xmlns:a16="http://schemas.microsoft.com/office/drawing/2014/main" id="{C96DDC1B-725A-4E23-998D-39DB95C7FF9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7"/>
            <a:ext cx="12192000" cy="6777425"/>
          </a:xfrm>
        </p:spPr>
      </p:pic>
      <p:sp>
        <p:nvSpPr>
          <p:cNvPr id="3" name="العنوان 2">
            <a:extLst>
              <a:ext uri="{FF2B5EF4-FFF2-40B4-BE49-F238E27FC236}">
                <a16:creationId xmlns:a16="http://schemas.microsoft.com/office/drawing/2014/main" id="{3ACC8C05-26AA-41E5-B8C0-527F289A1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7188000" y="144000"/>
            <a:ext cx="4860000" cy="6480000"/>
          </a:xfrm>
        </p:spPr>
        <p:txBody>
          <a:bodyPr rtlCol="1"/>
          <a:lstStyle/>
          <a:p>
            <a:pPr algn="r" rtl="1"/>
            <a:r>
              <a: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شكراً لك</a:t>
            </a:r>
          </a:p>
        </p:txBody>
      </p:sp>
      <p:grpSp>
        <p:nvGrpSpPr>
          <p:cNvPr id="14" name="المجموعة 13" descr="عنصر نائب للشعار">
            <a:extLst>
              <a:ext uri="{FF2B5EF4-FFF2-40B4-BE49-F238E27FC236}">
                <a16:creationId xmlns:a16="http://schemas.microsoft.com/office/drawing/2014/main" id="{880A2ECE-2779-4E77-A6CD-19245DDA0E83}"/>
              </a:ext>
            </a:extLst>
          </p:cNvPr>
          <p:cNvGrpSpPr/>
          <p:nvPr/>
        </p:nvGrpSpPr>
        <p:grpSpPr>
          <a:xfrm flipH="1">
            <a:off x="9426501" y="2154119"/>
            <a:ext cx="2173095" cy="523220"/>
            <a:chOff x="10813449" y="1950690"/>
            <a:chExt cx="2173095" cy="523220"/>
          </a:xfrm>
        </p:grpSpPr>
        <p:sp>
          <p:nvSpPr>
            <p:cNvPr id="15" name="مستطيل 14">
              <a:extLst>
                <a:ext uri="{FF2B5EF4-FFF2-40B4-BE49-F238E27FC236}">
                  <a16:creationId xmlns:a16="http://schemas.microsoft.com/office/drawing/2014/main" id="{F46922D7-EB08-469E-8F83-B30E96A2A1F1}"/>
                </a:ext>
              </a:extLst>
            </p:cNvPr>
            <p:cNvSpPr/>
            <p:nvPr/>
          </p:nvSpPr>
          <p:spPr>
            <a:xfrm flipH="1">
              <a:off x="10813449" y="1950690"/>
              <a:ext cx="2173095" cy="523220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1" anchor="ctr">
              <a:noAutofit/>
            </a:bodyPr>
            <a:lstStyle/>
            <a:p>
              <a:pPr algn="ctr" rtl="1"/>
              <a:r>
                <a:rPr lang="en-US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Contoso </a:t>
              </a:r>
              <a:r>
                <a:rPr lang="en-US" sz="2000" i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Ltd</a:t>
              </a: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sp>
          <p:nvSpPr>
            <p:cNvPr id="16" name="مستطيل 6">
              <a:extLst>
                <a:ext uri="{FF2B5EF4-FFF2-40B4-BE49-F238E27FC236}">
                  <a16:creationId xmlns:a16="http://schemas.microsoft.com/office/drawing/2014/main" id="{76A980EB-D1F4-465E-AB3A-2BB5C023D32D}"/>
                </a:ext>
              </a:extLst>
            </p:cNvPr>
            <p:cNvSpPr/>
            <p:nvPr/>
          </p:nvSpPr>
          <p:spPr>
            <a:xfrm flipH="1" flipV="1">
              <a:off x="12681512" y="2034539"/>
              <a:ext cx="203115" cy="177761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  <a:gd name="connsiteX0" fmla="*/ 4330700 w 4330700"/>
                <a:gd name="connsiteY0" fmla="*/ 588834 h 588834"/>
                <a:gd name="connsiteX1" fmla="*/ 0 w 4330700"/>
                <a:gd name="connsiteY1" fmla="*/ 588834 h 588834"/>
                <a:gd name="connsiteX2" fmla="*/ 0 w 4330700"/>
                <a:gd name="connsiteY2" fmla="*/ 0 h 588834"/>
                <a:gd name="connsiteX0" fmla="*/ 550806 w 550806"/>
                <a:gd name="connsiteY0" fmla="*/ 588834 h 588834"/>
                <a:gd name="connsiteX1" fmla="*/ 0 w 550806"/>
                <a:gd name="connsiteY1" fmla="*/ 588834 h 588834"/>
                <a:gd name="connsiteX2" fmla="*/ 0 w 550806"/>
                <a:gd name="connsiteY2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0806" h="588834">
                  <a:moveTo>
                    <a:pt x="550806" y="588834"/>
                  </a:move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8" name="مستطيل 6">
            <a:extLst>
              <a:ext uri="{FF2B5EF4-FFF2-40B4-BE49-F238E27FC236}">
                <a16:creationId xmlns:a16="http://schemas.microsoft.com/office/drawing/2014/main" id="{069B61ED-348D-4C69-8AEB-6F6DB7533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7804394" y="2970952"/>
            <a:ext cx="3792293" cy="182434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الرسم 8" descr="المستخدم" title="أيقونة - اسم مقدم العرض">
            <a:extLst>
              <a:ext uri="{FF2B5EF4-FFF2-40B4-BE49-F238E27FC236}">
                <a16:creationId xmlns:a16="http://schemas.microsoft.com/office/drawing/2014/main" id="{0D936581-1C4F-499A-B80F-85EB3B0ADBC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1335226" y="4486486"/>
            <a:ext cx="218900" cy="218900"/>
          </a:xfrm>
          <a:prstGeom prst="rect">
            <a:avLst/>
          </a:prstGeom>
        </p:spPr>
      </p:pic>
      <p:pic>
        <p:nvPicPr>
          <p:cNvPr id="11" name="الرسم 10" descr="هاتف ذكي" title="أيقونة-رقم هاتف مقدم العرض">
            <a:extLst>
              <a:ext uri="{FF2B5EF4-FFF2-40B4-BE49-F238E27FC236}">
                <a16:creationId xmlns:a16="http://schemas.microsoft.com/office/drawing/2014/main" id="{B45A175C-64D2-48F2-AAC2-400B1983050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335226" y="4895246"/>
            <a:ext cx="218900" cy="218900"/>
          </a:xfrm>
          <a:prstGeom prst="rect">
            <a:avLst/>
          </a:prstGeom>
        </p:spPr>
      </p:pic>
      <p:pic>
        <p:nvPicPr>
          <p:cNvPr id="10" name="رسم 9" descr="مغلف" title="أيقونة البريد الإلكتروني لمقدم العرض">
            <a:extLst>
              <a:ext uri="{FF2B5EF4-FFF2-40B4-BE49-F238E27FC236}">
                <a16:creationId xmlns:a16="http://schemas.microsoft.com/office/drawing/2014/main" id="{0A5A2E66-8294-497F-B1D3-36D2F03C6D4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335226" y="5322819"/>
            <a:ext cx="218900" cy="218900"/>
          </a:xfrm>
          <a:prstGeom prst="rect">
            <a:avLst/>
          </a:prstGeom>
        </p:spPr>
      </p:pic>
      <p:pic>
        <p:nvPicPr>
          <p:cNvPr id="17" name="الرسم 16" descr="الارتباط">
            <a:extLst>
              <a:ext uri="{FF2B5EF4-FFF2-40B4-BE49-F238E27FC236}">
                <a16:creationId xmlns:a16="http://schemas.microsoft.com/office/drawing/2014/main" id="{8B0D17A9-1A1F-4E6C-89F3-F8C144A5A88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1326199" y="5700480"/>
            <a:ext cx="244786" cy="244786"/>
          </a:xfrm>
          <a:prstGeom prst="rect">
            <a:avLst/>
          </a:prstGeom>
        </p:spPr>
      </p:pic>
      <p:sp>
        <p:nvSpPr>
          <p:cNvPr id="12" name="عنوان فرعي 11">
            <a:extLst>
              <a:ext uri="{FF2B5EF4-FFF2-40B4-BE49-F238E27FC236}">
                <a16:creationId xmlns:a16="http://schemas.microsoft.com/office/drawing/2014/main" id="{0D30A084-ACFB-DFB6-AEF8-767926B1AE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19" name="عنصر نائب للنص 18">
            <a:extLst>
              <a:ext uri="{FF2B5EF4-FFF2-40B4-BE49-F238E27FC236}">
                <a16:creationId xmlns:a16="http://schemas.microsoft.com/office/drawing/2014/main" id="{22C6C68C-0667-B46D-1CF8-D5EE46B074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21" name="عنصر نائب للنص 20">
            <a:extLst>
              <a:ext uri="{FF2B5EF4-FFF2-40B4-BE49-F238E27FC236}">
                <a16:creationId xmlns:a16="http://schemas.microsoft.com/office/drawing/2014/main" id="{CFEFE349-C5EA-1F94-6F19-F6B72AC80E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ar-PS"/>
          </a:p>
        </p:txBody>
      </p:sp>
      <p:sp>
        <p:nvSpPr>
          <p:cNvPr id="23" name="عنصر نائب للنص 22">
            <a:extLst>
              <a:ext uri="{FF2B5EF4-FFF2-40B4-BE49-F238E27FC236}">
                <a16:creationId xmlns:a16="http://schemas.microsoft.com/office/drawing/2014/main" id="{FD68EDCD-2A3C-E54E-0301-E8D8568D5F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ar-PS"/>
          </a:p>
        </p:txBody>
      </p:sp>
    </p:spTree>
    <p:extLst>
      <p:ext uri="{BB962C8B-B14F-4D97-AF65-F5344CB8AC3E}">
        <p14:creationId xmlns:p14="http://schemas.microsoft.com/office/powerpoint/2010/main" val="3257047187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Custom 135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8E40C8"/>
      </a:accent1>
      <a:accent2>
        <a:srgbClr val="D1A458"/>
      </a:accent2>
      <a:accent3>
        <a:srgbClr val="219550"/>
      </a:accent3>
      <a:accent4>
        <a:srgbClr val="5AA2C8"/>
      </a:accent4>
      <a:accent5>
        <a:srgbClr val="D1737B"/>
      </a:accent5>
      <a:accent6>
        <a:srgbClr val="7B7931"/>
      </a:accent6>
      <a:hlink>
        <a:srgbClr val="8E40C8"/>
      </a:hlink>
      <a:folHlink>
        <a:srgbClr val="8E40C8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48_Architecture pitch deck_AAS_v3" id="{D6ADE7BA-2AE6-4C0F-A253-97D96F39DF4F}" vid="{B3EF9804-4F7A-49D6-8F08-674E893D9666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EC238DC-811F-4F4A-8986-F30A842FE3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3C5428-8EE9-402E-A8AC-9841F768CE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99F555-2198-4A62-995F-90608D20787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TF16411248</Template>
  <TotalTime>113</TotalTime>
  <Words>1135</Words>
  <Application>Microsoft Office PowerPoint</Application>
  <PresentationFormat>شاشة عريضة</PresentationFormat>
  <Paragraphs>236</Paragraphs>
  <Slides>21</Slides>
  <Notes>21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6" baseType="lpstr">
      <vt:lpstr>Arial</vt:lpstr>
      <vt:lpstr>Calibri</vt:lpstr>
      <vt:lpstr>Tahoma</vt:lpstr>
      <vt:lpstr>Wingdings</vt:lpstr>
      <vt:lpstr>نسق Office</vt:lpstr>
      <vt:lpstr>الذكاء الاصطناعي ودوره في رفع كفاءة العاملين في المؤسسة</vt:lpstr>
      <vt:lpstr>المقدمة</vt:lpstr>
      <vt:lpstr>لماذا هذه الدورة الآن؟</vt:lpstr>
      <vt:lpstr>أهداف الدورة</vt:lpstr>
      <vt:lpstr>جدول الدورة (Agenda)</vt:lpstr>
      <vt:lpstr>قواعد وإرشادات الدورة</vt:lpstr>
      <vt:lpstr>الأساسيات</vt:lpstr>
      <vt:lpstr>ما هو الذكاء الاصطناعي التوليدي؟</vt:lpstr>
      <vt:lpstr>أشهر أدوات الذكاء الاصطناعي (جدول مقارنة ٢٠٢٦)</vt:lpstr>
      <vt:lpstr>أخلاقيات ومخاطر استخدام الـ AI</vt:lpstr>
      <vt:lpstr>التطبيقات العملية</vt:lpstr>
      <vt:lpstr>كتابة وتحرير المحتوى</vt:lpstr>
      <vt:lpstr>تلخيص المستندات والاجتماعات</vt:lpstr>
      <vt:lpstr>إعداد عروض تقديمية</vt:lpstr>
      <vt:lpstr>تحليل البيانات وExcel</vt:lpstr>
      <vt:lpstr>إدارة الوقت والمهام</vt:lpstr>
      <vt:lpstr>البحث المتقدم والمعلومات</vt:lpstr>
      <vt:lpstr>الترجمة والتوطين</vt:lpstr>
      <vt:lpstr>أتمتة المهام المتكررة</vt:lpstr>
      <vt:lpstr>أدوات التصميم الإبداعي</vt:lpstr>
      <vt:lpstr>شكراً لك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احمد البحيصي</cp:lastModifiedBy>
  <cp:revision>7</cp:revision>
  <dcterms:created xsi:type="dcterms:W3CDTF">2019-06-17T08:12:59Z</dcterms:created>
  <dcterms:modified xsi:type="dcterms:W3CDTF">2026-05-18T09:13:18Z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